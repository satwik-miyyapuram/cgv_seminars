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  <p:sldMasterId id="2147483693" r:id="rId5"/>
    <p:sldMasterId id="2147483689" r:id="rId6"/>
  </p:sldMasterIdLst>
  <p:notesMasterIdLst>
    <p:notesMasterId r:id="rId17"/>
  </p:notesMasterIdLst>
  <p:handoutMasterIdLst>
    <p:handoutMasterId r:id="rId18"/>
  </p:handoutMasterIdLst>
  <p:sldIdLst>
    <p:sldId id="256" r:id="rId7"/>
    <p:sldId id="474" r:id="rId8"/>
    <p:sldId id="475" r:id="rId9"/>
    <p:sldId id="296" r:id="rId10"/>
    <p:sldId id="478" r:id="rId11"/>
    <p:sldId id="479" r:id="rId12"/>
    <p:sldId id="297" r:id="rId13"/>
    <p:sldId id="471" r:id="rId14"/>
    <p:sldId id="476" r:id="rId15"/>
    <p:sldId id="477" r:id="rId1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EAE"/>
    <a:srgbClr val="00A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6E986-4C46-4A4F-B508-23378CA93FD4}" v="3" dt="2023-09-04T14:28:48.019"/>
    <p1510:client id="{444B85E3-3CB0-44A4-A9DD-468CEF9455FF}" v="1" dt="2023-09-04T14:28:24.244"/>
    <p1510:client id="{94BA0C7C-8101-4621-ADD6-1339B221D4BB}" v="25" dt="2023-09-04T14:20:18.495"/>
    <p1510:client id="{A8A0C5A1-48D7-4AF7-A1AA-93B33C3F5E73}" v="3" dt="2023-09-04T14:29:00.510"/>
    <p1510:client id="{D24C0CE8-08A2-D34F-90EF-4CA5903F0327}" v="2327" dt="2023-03-09T20:01:44.329"/>
    <p1510:client id="{FDB10446-427C-4B4A-9ECE-6786C34B1B37}" v="21" dt="2023-05-26T17:04:29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94"/>
  </p:normalViewPr>
  <p:slideViewPr>
    <p:cSldViewPr snapToGrid="0">
      <p:cViewPr varScale="1">
        <p:scale>
          <a:sx n="117" d="100"/>
          <a:sy n="117" d="100"/>
        </p:scale>
        <p:origin x="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 Zaidi" userId="S::azaidi1@tudelft.nl::706bc661-13f2-4ccd-934e-58ee10d20e08" providerId="AD" clId="Web-{FDB10446-427C-4B4A-9ECE-6786C34B1B37}"/>
    <pc:docChg chg="modSld">
      <pc:chgData name="Amir Zaidi" userId="S::azaidi1@tudelft.nl::706bc661-13f2-4ccd-934e-58ee10d20e08" providerId="AD" clId="Web-{FDB10446-427C-4B4A-9ECE-6786C34B1B37}" dt="2023-05-26T17:04:29.882" v="20"/>
      <pc:docMkLst>
        <pc:docMk/>
      </pc:docMkLst>
      <pc:sldChg chg="addSp delSp modSp">
        <pc:chgData name="Amir Zaidi" userId="S::azaidi1@tudelft.nl::706bc661-13f2-4ccd-934e-58ee10d20e08" providerId="AD" clId="Web-{FDB10446-427C-4B4A-9ECE-6786C34B1B37}" dt="2023-05-26T17:04:29.882" v="20"/>
        <pc:sldMkLst>
          <pc:docMk/>
          <pc:sldMk cId="92552288" sldId="474"/>
        </pc:sldMkLst>
        <pc:cxnChg chg="add del mod">
          <ac:chgData name="Amir Zaidi" userId="S::azaidi1@tudelft.nl::706bc661-13f2-4ccd-934e-58ee10d20e08" providerId="AD" clId="Web-{FDB10446-427C-4B4A-9ECE-6786C34B1B37}" dt="2023-05-26T17:04:29.882" v="20"/>
          <ac:cxnSpMkLst>
            <pc:docMk/>
            <pc:sldMk cId="92552288" sldId="474"/>
            <ac:cxnSpMk id="5" creationId="{3FEC4A75-40D2-640A-F900-45EA4D896CDA}"/>
          </ac:cxnSpMkLst>
        </pc:cxnChg>
        <pc:cxnChg chg="add del mod">
          <ac:chgData name="Amir Zaidi" userId="S::azaidi1@tudelft.nl::706bc661-13f2-4ccd-934e-58ee10d20e08" providerId="AD" clId="Web-{FDB10446-427C-4B4A-9ECE-6786C34B1B37}" dt="2023-05-26T17:04:27.195" v="18"/>
          <ac:cxnSpMkLst>
            <pc:docMk/>
            <pc:sldMk cId="92552288" sldId="474"/>
            <ac:cxnSpMk id="6" creationId="{DFD4190E-8DB0-D349-F4FD-7BC8830784CE}"/>
          </ac:cxnSpMkLst>
        </pc:cxnChg>
      </pc:sldChg>
    </pc:docChg>
  </pc:docChgLst>
  <pc:docChgLst>
    <pc:chgData name="Benno Buschmann" userId="S::bbuschmann@tudelft.nl::15ec644c-371d-406c-8efd-69bbbcdc9c93" providerId="AD" clId="Web-{444B85E3-3CB0-44A4-A9DD-468CEF9455FF}"/>
    <pc:docChg chg="modSld">
      <pc:chgData name="Benno Buschmann" userId="S::bbuschmann@tudelft.nl::15ec644c-371d-406c-8efd-69bbbcdc9c93" providerId="AD" clId="Web-{444B85E3-3CB0-44A4-A9DD-468CEF9455FF}" dt="2023-09-04T14:28:24.244" v="0" actId="20577"/>
      <pc:docMkLst>
        <pc:docMk/>
      </pc:docMkLst>
      <pc:sldChg chg="modSp">
        <pc:chgData name="Benno Buschmann" userId="S::bbuschmann@tudelft.nl::15ec644c-371d-406c-8efd-69bbbcdc9c93" providerId="AD" clId="Web-{444B85E3-3CB0-44A4-A9DD-468CEF9455FF}" dt="2023-09-04T14:28:24.244" v="0" actId="20577"/>
        <pc:sldMkLst>
          <pc:docMk/>
          <pc:sldMk cId="1294824869" sldId="256"/>
        </pc:sldMkLst>
        <pc:spChg chg="mod">
          <ac:chgData name="Benno Buschmann" userId="S::bbuschmann@tudelft.nl::15ec644c-371d-406c-8efd-69bbbcdc9c93" providerId="AD" clId="Web-{444B85E3-3CB0-44A4-A9DD-468CEF9455FF}" dt="2023-09-04T14:28:24.244" v="0" actId="20577"/>
          <ac:spMkLst>
            <pc:docMk/>
            <pc:sldMk cId="1294824869" sldId="256"/>
            <ac:spMk id="7" creationId="{82F02001-B4CC-AC88-1D68-3870CEB9B0EA}"/>
          </ac:spMkLst>
        </pc:spChg>
      </pc:sldChg>
    </pc:docChg>
  </pc:docChgLst>
  <pc:docChgLst>
    <pc:chgData name="Benno Buschmann" userId="S::bbuschmann@tudelft.nl::15ec644c-371d-406c-8efd-69bbbcdc9c93" providerId="AD" clId="Web-{A8A0C5A1-48D7-4AF7-A1AA-93B33C3F5E73}"/>
    <pc:docChg chg="modSld">
      <pc:chgData name="Benno Buschmann" userId="S::bbuschmann@tudelft.nl::15ec644c-371d-406c-8efd-69bbbcdc9c93" providerId="AD" clId="Web-{A8A0C5A1-48D7-4AF7-A1AA-93B33C3F5E73}" dt="2023-09-04T14:28:59.979" v="1" actId="20577"/>
      <pc:docMkLst>
        <pc:docMk/>
      </pc:docMkLst>
      <pc:sldChg chg="modSp">
        <pc:chgData name="Benno Buschmann" userId="S::bbuschmann@tudelft.nl::15ec644c-371d-406c-8efd-69bbbcdc9c93" providerId="AD" clId="Web-{A8A0C5A1-48D7-4AF7-A1AA-93B33C3F5E73}" dt="2023-09-04T14:28:59.979" v="1" actId="20577"/>
        <pc:sldMkLst>
          <pc:docMk/>
          <pc:sldMk cId="1294824869" sldId="256"/>
        </pc:sldMkLst>
        <pc:spChg chg="mod">
          <ac:chgData name="Benno Buschmann" userId="S::bbuschmann@tudelft.nl::15ec644c-371d-406c-8efd-69bbbcdc9c93" providerId="AD" clId="Web-{A8A0C5A1-48D7-4AF7-A1AA-93B33C3F5E73}" dt="2023-09-04T14:28:59.979" v="1" actId="20577"/>
          <ac:spMkLst>
            <pc:docMk/>
            <pc:sldMk cId="1294824869" sldId="256"/>
            <ac:spMk id="7" creationId="{82F02001-B4CC-AC88-1D68-3870CEB9B0EA}"/>
          </ac:spMkLst>
        </pc:spChg>
      </pc:sldChg>
    </pc:docChg>
  </pc:docChgLst>
  <pc:docChgLst>
    <pc:chgData name="Benno Buschmann" userId="S::bbuschmann@tudelft.nl::15ec644c-371d-406c-8efd-69bbbcdc9c93" providerId="AD" clId="Web-{2326E986-4C46-4A4F-B508-23378CA93FD4}"/>
    <pc:docChg chg="modSld">
      <pc:chgData name="Benno Buschmann" userId="S::bbuschmann@tudelft.nl::15ec644c-371d-406c-8efd-69bbbcdc9c93" providerId="AD" clId="Web-{2326E986-4C46-4A4F-B508-23378CA93FD4}" dt="2023-09-04T14:28:47.957" v="1" actId="20577"/>
      <pc:docMkLst>
        <pc:docMk/>
      </pc:docMkLst>
      <pc:sldChg chg="modSp">
        <pc:chgData name="Benno Buschmann" userId="S::bbuschmann@tudelft.nl::15ec644c-371d-406c-8efd-69bbbcdc9c93" providerId="AD" clId="Web-{2326E986-4C46-4A4F-B508-23378CA93FD4}" dt="2023-09-04T14:28:47.957" v="1" actId="20577"/>
        <pc:sldMkLst>
          <pc:docMk/>
          <pc:sldMk cId="1294824869" sldId="256"/>
        </pc:sldMkLst>
        <pc:spChg chg="mod">
          <ac:chgData name="Benno Buschmann" userId="S::bbuschmann@tudelft.nl::15ec644c-371d-406c-8efd-69bbbcdc9c93" providerId="AD" clId="Web-{2326E986-4C46-4A4F-B508-23378CA93FD4}" dt="2023-09-04T14:28:47.957" v="1" actId="20577"/>
          <ac:spMkLst>
            <pc:docMk/>
            <pc:sldMk cId="1294824869" sldId="256"/>
            <ac:spMk id="7" creationId="{82F02001-B4CC-AC88-1D68-3870CEB9B0EA}"/>
          </ac:spMkLst>
        </pc:spChg>
      </pc:sldChg>
    </pc:docChg>
  </pc:docChgLst>
  <pc:docChgLst>
    <pc:chgData name="Ruben Wiersma" userId="3594b430-535d-41be-b63f-97edd20b26ce" providerId="ADAL" clId="{D24C0CE8-08A2-D34F-90EF-4CA5903F0327}"/>
    <pc:docChg chg="undo redo custSel addSld delSld modSld modMainMaster">
      <pc:chgData name="Ruben Wiersma" userId="3594b430-535d-41be-b63f-97edd20b26ce" providerId="ADAL" clId="{D24C0CE8-08A2-D34F-90EF-4CA5903F0327}" dt="2023-03-09T20:01:44.329" v="3750"/>
      <pc:docMkLst>
        <pc:docMk/>
      </pc:docMkLst>
      <pc:sldChg chg="addSp delSp modSp mod">
        <pc:chgData name="Ruben Wiersma" userId="3594b430-535d-41be-b63f-97edd20b26ce" providerId="ADAL" clId="{D24C0CE8-08A2-D34F-90EF-4CA5903F0327}" dt="2023-02-28T17:30:12.442" v="945" actId="20577"/>
        <pc:sldMkLst>
          <pc:docMk/>
          <pc:sldMk cId="1294824869" sldId="256"/>
        </pc:sldMkLst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294824869" sldId="256"/>
            <ac:spMk id="2" creationId="{77992D22-9858-BB9D-2CEB-42E57F9CC681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294824869" sldId="256"/>
            <ac:spMk id="3" creationId="{5999ED81-7C9B-22DD-27C7-44DB21CD6841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294824869" sldId="256"/>
            <ac:spMk id="4" creationId="{CDAD37A2-FC6F-413F-528B-410E52975445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1294824869" sldId="256"/>
            <ac:spMk id="7" creationId="{82F02001-B4CC-AC88-1D68-3870CEB9B0EA}"/>
          </ac:spMkLst>
        </pc:spChg>
        <pc:spChg chg="mod">
          <ac:chgData name="Ruben Wiersma" userId="3594b430-535d-41be-b63f-97edd20b26ce" providerId="ADAL" clId="{D24C0CE8-08A2-D34F-90EF-4CA5903F0327}" dt="2023-02-28T17:30:12.442" v="945" actId="20577"/>
          <ac:spMkLst>
            <pc:docMk/>
            <pc:sldMk cId="1294824869" sldId="256"/>
            <ac:spMk id="9" creationId="{B27B0A80-C31A-9DD4-2170-2F7C6ACD30A5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1294824869" sldId="256"/>
            <ac:spMk id="10" creationId="{162B3922-0CFB-72EF-8312-C29D33989481}"/>
          </ac:spMkLst>
        </pc:spChg>
      </pc:sldChg>
      <pc:sldChg chg="addSp delSp modSp del">
        <pc:chgData name="Ruben Wiersma" userId="3594b430-535d-41be-b63f-97edd20b26ce" providerId="ADAL" clId="{D24C0CE8-08A2-D34F-90EF-4CA5903F0327}" dt="2023-02-28T17:33:55.560" v="1326" actId="2696"/>
        <pc:sldMkLst>
          <pc:docMk/>
          <pc:sldMk cId="1500676289" sldId="275"/>
        </pc:sldMkLst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1500676289" sldId="275"/>
            <ac:spMk id="2" creationId="{45F3B422-185E-0D6D-C922-C6DCD49306D5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1500676289" sldId="275"/>
            <ac:spMk id="3" creationId="{ADAE9B16-A47C-4D84-3164-58A98C5D67AD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500676289" sldId="275"/>
            <ac:spMk id="4" creationId="{4558503F-C8B4-28CD-342F-E2132B533F11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1500676289" sldId="275"/>
            <ac:spMk id="5" creationId="{0E1C54C2-E76F-BEE1-092D-BCE700AEF378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500676289" sldId="275"/>
            <ac:spMk id="6" creationId="{6C4B2503-B16C-B2E5-81F9-315E230C3A33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500676289" sldId="275"/>
            <ac:spMk id="7" creationId="{6A502A41-15E2-68F2-52CE-542797DE399F}"/>
          </ac:spMkLst>
        </pc:spChg>
      </pc:sldChg>
      <pc:sldChg chg="addSp delSp modSp del mod">
        <pc:chgData name="Ruben Wiersma" userId="3594b430-535d-41be-b63f-97edd20b26ce" providerId="ADAL" clId="{D24C0CE8-08A2-D34F-90EF-4CA5903F0327}" dt="2023-02-28T17:46:28.770" v="2127" actId="2696"/>
        <pc:sldMkLst>
          <pc:docMk/>
          <pc:sldMk cId="2575777218" sldId="277"/>
        </pc:sldMkLst>
        <pc:spChg chg="mod">
          <ac:chgData name="Ruben Wiersma" userId="3594b430-535d-41be-b63f-97edd20b26ce" providerId="ADAL" clId="{D24C0CE8-08A2-D34F-90EF-4CA5903F0327}" dt="2023-02-28T17:43:40.515" v="1571" actId="20577"/>
          <ac:spMkLst>
            <pc:docMk/>
            <pc:sldMk cId="2575777218" sldId="277"/>
            <ac:spMk id="2" creationId="{C8008446-9BB8-3A33-8E50-4FB9BA48BE68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2575777218" sldId="277"/>
            <ac:spMk id="3" creationId="{057E04E3-15E9-4F44-6B9E-72B26CC3BEF5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2575777218" sldId="277"/>
            <ac:spMk id="4" creationId="{3221E356-EF7A-9160-D923-397B2F9A60AC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2575777218" sldId="277"/>
            <ac:spMk id="5" creationId="{F3DD7187-AC9B-6F6A-11D0-BE7086022365}"/>
          </ac:spMkLst>
        </pc:spChg>
        <pc:spChg chg="add del mod">
          <ac:chgData name="Ruben Wiersma" userId="3594b430-535d-41be-b63f-97edd20b26ce" providerId="ADAL" clId="{D24C0CE8-08A2-D34F-90EF-4CA5903F0327}" dt="2023-02-28T17:39:19.384" v="1529" actId="478"/>
          <ac:spMkLst>
            <pc:docMk/>
            <pc:sldMk cId="2575777218" sldId="277"/>
            <ac:spMk id="12" creationId="{D16B3740-CA12-5DB6-6735-8FF58D5691A0}"/>
          </ac:spMkLst>
        </pc:spChg>
      </pc:sldChg>
      <pc:sldChg chg="addSp delSp modSp del">
        <pc:chgData name="Ruben Wiersma" userId="3594b430-535d-41be-b63f-97edd20b26ce" providerId="ADAL" clId="{D24C0CE8-08A2-D34F-90EF-4CA5903F0327}" dt="2023-02-28T17:39:28.142" v="1543" actId="2696"/>
        <pc:sldMkLst>
          <pc:docMk/>
          <pc:sldMk cId="3718512377" sldId="278"/>
        </pc:sldMkLst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3718512377" sldId="278"/>
            <ac:spMk id="2" creationId="{40BB41E8-F905-D5FD-174A-A2BD8EFEDE29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718512377" sldId="278"/>
            <ac:spMk id="3" creationId="{686F12FF-D07F-36AB-5622-E83B2D653B51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718512377" sldId="278"/>
            <ac:spMk id="4" creationId="{477D8602-5790-1F6D-C5F9-1F3E5AF999F2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3718512377" sldId="278"/>
            <ac:spMk id="5" creationId="{15352D46-9882-E589-F867-9BB95C9FD244}"/>
          </ac:spMkLst>
        </pc:spChg>
        <pc:spChg chg="add mod">
          <ac:chgData name="Ruben Wiersma" userId="3594b430-535d-41be-b63f-97edd20b26ce" providerId="ADAL" clId="{D24C0CE8-08A2-D34F-90EF-4CA5903F0327}" dt="2023-02-28T17:23:51.447" v="848"/>
          <ac:spMkLst>
            <pc:docMk/>
            <pc:sldMk cId="3718512377" sldId="278"/>
            <ac:spMk id="12" creationId="{DAE7605F-007E-CBC1-0D71-EEE30C1314C2}"/>
          </ac:spMkLst>
        </pc:spChg>
      </pc:sldChg>
      <pc:sldChg chg="addSp delSp modSp add del">
        <pc:chgData name="Ruben Wiersma" userId="3594b430-535d-41be-b63f-97edd20b26ce" providerId="ADAL" clId="{D24C0CE8-08A2-D34F-90EF-4CA5903F0327}" dt="2023-02-28T17:47:42.649" v="2172" actId="2696"/>
        <pc:sldMkLst>
          <pc:docMk/>
          <pc:sldMk cId="928014031" sldId="287"/>
        </pc:sldMkLst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928014031" sldId="287"/>
            <ac:spMk id="2" creationId="{7F4C143A-0B81-6D5F-65F1-20B7D99024C2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928014031" sldId="287"/>
            <ac:spMk id="3" creationId="{3035AB84-BF73-407D-420D-303E43F2A21F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928014031" sldId="287"/>
            <ac:spMk id="4" creationId="{FE125691-9F8D-09AA-C6FF-2084E2B1B248}"/>
          </ac:spMkLst>
        </pc:spChg>
        <pc:spChg chg="mod">
          <ac:chgData name="Ruben Wiersma" userId="3594b430-535d-41be-b63f-97edd20b26ce" providerId="ADAL" clId="{D24C0CE8-08A2-D34F-90EF-4CA5903F0327}" dt="2023-02-28T17:47:27.546" v="2164"/>
          <ac:spMkLst>
            <pc:docMk/>
            <pc:sldMk cId="928014031" sldId="287"/>
            <ac:spMk id="5" creationId="{F48D9012-D4CC-A58D-DBC3-2D57B9DFEF02}"/>
          </ac:spMkLst>
        </pc:spChg>
        <pc:spChg chg="mod">
          <ac:chgData name="Ruben Wiersma" userId="3594b430-535d-41be-b63f-97edd20b26ce" providerId="ADAL" clId="{D24C0CE8-08A2-D34F-90EF-4CA5903F0327}" dt="2023-02-28T17:47:27.546" v="2164"/>
          <ac:spMkLst>
            <pc:docMk/>
            <pc:sldMk cId="928014031" sldId="287"/>
            <ac:spMk id="6" creationId="{69C7AA5F-B272-0C76-7FD0-AD7749C8B8A7}"/>
          </ac:spMkLst>
        </pc:spChg>
        <pc:spChg chg="mod">
          <ac:chgData name="Ruben Wiersma" userId="3594b430-535d-41be-b63f-97edd20b26ce" providerId="ADAL" clId="{D24C0CE8-08A2-D34F-90EF-4CA5903F0327}" dt="2023-02-28T17:47:27.546" v="2164"/>
          <ac:spMkLst>
            <pc:docMk/>
            <pc:sldMk cId="928014031" sldId="287"/>
            <ac:spMk id="7" creationId="{5D7E766F-F63F-A6DD-735E-DD13EA9FB663}"/>
          </ac:spMkLst>
        </pc:spChg>
        <pc:spChg chg="add del mod">
          <ac:chgData name="Ruben Wiersma" userId="3594b430-535d-41be-b63f-97edd20b26ce" providerId="ADAL" clId="{D24C0CE8-08A2-D34F-90EF-4CA5903F0327}" dt="2023-02-28T17:47:27.546" v="2164"/>
          <ac:spMkLst>
            <pc:docMk/>
            <pc:sldMk cId="928014031" sldId="287"/>
            <ac:spMk id="8" creationId="{8E4B45B5-441E-4F56-EA46-BA902246D86E}"/>
          </ac:spMkLst>
        </pc:spChg>
        <pc:spChg chg="add del mod">
          <ac:chgData name="Ruben Wiersma" userId="3594b430-535d-41be-b63f-97edd20b26ce" providerId="ADAL" clId="{D24C0CE8-08A2-D34F-90EF-4CA5903F0327}" dt="2023-02-28T17:47:27.546" v="2164"/>
          <ac:spMkLst>
            <pc:docMk/>
            <pc:sldMk cId="928014031" sldId="287"/>
            <ac:spMk id="9" creationId="{7A96A012-8194-8BF0-672D-F2981007E6F8}"/>
          </ac:spMkLst>
        </pc:spChg>
        <pc:spChg chg="add del mod">
          <ac:chgData name="Ruben Wiersma" userId="3594b430-535d-41be-b63f-97edd20b26ce" providerId="ADAL" clId="{D24C0CE8-08A2-D34F-90EF-4CA5903F0327}" dt="2023-02-28T17:47:27.546" v="2164"/>
          <ac:spMkLst>
            <pc:docMk/>
            <pc:sldMk cId="928014031" sldId="287"/>
            <ac:spMk id="10" creationId="{C691631E-CB60-5DF9-5A3E-BBD868E34812}"/>
          </ac:spMkLst>
        </pc:spChg>
      </pc:sldChg>
      <pc:sldChg chg="addSp delSp modSp del mod">
        <pc:chgData name="Ruben Wiersma" userId="3594b430-535d-41be-b63f-97edd20b26ce" providerId="ADAL" clId="{D24C0CE8-08A2-D34F-90EF-4CA5903F0327}" dt="2023-02-28T17:12:37.757" v="304" actId="2696"/>
        <pc:sldMkLst>
          <pc:docMk/>
          <pc:sldMk cId="1323832573" sldId="28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323832573" sldId="288"/>
            <ac:spMk id="2" creationId="{74D8722A-B1EE-5102-F389-39A703052A1E}"/>
          </ac:spMkLst>
        </pc:spChg>
        <pc:spChg chg="add del mod">
          <ac:chgData name="Ruben Wiersma" userId="3594b430-535d-41be-b63f-97edd20b26ce" providerId="ADAL" clId="{D24C0CE8-08A2-D34F-90EF-4CA5903F0327}" dt="2023-02-27T10:16:14.877" v="10" actId="478"/>
          <ac:spMkLst>
            <pc:docMk/>
            <pc:sldMk cId="1323832573" sldId="288"/>
            <ac:spMk id="4" creationId="{2B69F8C9-F472-6C51-5978-5A09B344C398}"/>
          </ac:spMkLst>
        </pc:spChg>
        <pc:spChg chg="mod">
          <ac:chgData name="Ruben Wiersma" userId="3594b430-535d-41be-b63f-97edd20b26ce" providerId="ADAL" clId="{D24C0CE8-08A2-D34F-90EF-4CA5903F0327}" dt="2023-02-28T17:10:28.034" v="286"/>
          <ac:spMkLst>
            <pc:docMk/>
            <pc:sldMk cId="1323832573" sldId="288"/>
            <ac:spMk id="5" creationId="{7051396B-524F-4A12-5FA8-689D15F48BFD}"/>
          </ac:spMkLst>
        </pc:spChg>
        <pc:spChg chg="mod">
          <ac:chgData name="Ruben Wiersma" userId="3594b430-535d-41be-b63f-97edd20b26ce" providerId="ADAL" clId="{D24C0CE8-08A2-D34F-90EF-4CA5903F0327}" dt="2023-02-28T17:10:28.034" v="286"/>
          <ac:spMkLst>
            <pc:docMk/>
            <pc:sldMk cId="1323832573" sldId="288"/>
            <ac:spMk id="14" creationId="{60933D29-D941-A3DC-FC98-1B9C4F3D6DB8}"/>
          </ac:spMkLst>
        </pc:spChg>
        <pc:picChg chg="mod">
          <ac:chgData name="Ruben Wiersma" userId="3594b430-535d-41be-b63f-97edd20b26ce" providerId="ADAL" clId="{D24C0CE8-08A2-D34F-90EF-4CA5903F0327}" dt="2023-02-28T16:50:38.173" v="20" actId="1076"/>
          <ac:picMkLst>
            <pc:docMk/>
            <pc:sldMk cId="1323832573" sldId="288"/>
            <ac:picMk id="9" creationId="{81E85593-5B8E-EC1C-3BE3-C9B9CB16E3A3}"/>
          </ac:picMkLst>
        </pc:picChg>
      </pc:sldChg>
      <pc:sldChg chg="addSp delSp modSp del">
        <pc:chgData name="Ruben Wiersma" userId="3594b430-535d-41be-b63f-97edd20b26ce" providerId="ADAL" clId="{D24C0CE8-08A2-D34F-90EF-4CA5903F0327}" dt="2023-02-28T17:31:50.927" v="1104" actId="2696"/>
        <pc:sldMkLst>
          <pc:docMk/>
          <pc:sldMk cId="459467253" sldId="289"/>
        </pc:sldMkLst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459467253" sldId="289"/>
            <ac:spMk id="2" creationId="{74D8722A-B1EE-5102-F389-39A703052A1E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459467253" sldId="289"/>
            <ac:spMk id="3" creationId="{D40B9326-6A88-7D93-C538-E19A75E17060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459467253" sldId="289"/>
            <ac:spMk id="4" creationId="{9BF00AA3-FCAF-8AAA-DB17-BA490DA5B57B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459467253" sldId="289"/>
            <ac:spMk id="5" creationId="{7051396B-524F-4A12-5FA8-689D15F48BFD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459467253" sldId="289"/>
            <ac:spMk id="6" creationId="{1183D3D7-8BB8-070E-385E-F3C85FA0184F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459467253" sldId="289"/>
            <ac:spMk id="8" creationId="{8870DCCA-7B43-71BA-907A-CC58F582AABD}"/>
          </ac:spMkLst>
        </pc:spChg>
      </pc:sldChg>
      <pc:sldChg chg="addSp delSp modSp del">
        <pc:chgData name="Ruben Wiersma" userId="3594b430-535d-41be-b63f-97edd20b26ce" providerId="ADAL" clId="{D24C0CE8-08A2-D34F-90EF-4CA5903F0327}" dt="2023-02-28T17:31:52.301" v="1105" actId="2696"/>
        <pc:sldMkLst>
          <pc:docMk/>
          <pc:sldMk cId="3851721098" sldId="290"/>
        </pc:sldMkLst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3851721098" sldId="290"/>
            <ac:spMk id="2" creationId="{74D8722A-B1EE-5102-F389-39A703052A1E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3851721098" sldId="290"/>
            <ac:spMk id="3" creationId="{D40B9326-6A88-7D93-C538-E19A75E17060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851721098" sldId="290"/>
            <ac:spMk id="4" creationId="{8CA31844-7D84-8592-053C-C39F202EFCDB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3851721098" sldId="290"/>
            <ac:spMk id="5" creationId="{7051396B-524F-4A12-5FA8-689D15F48BFD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851721098" sldId="290"/>
            <ac:spMk id="6" creationId="{EE726CB6-1A08-9104-FCB2-614FC0FA661E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851721098" sldId="290"/>
            <ac:spMk id="7" creationId="{53FB9DEE-1024-58AA-8112-5AE666F3DC9B}"/>
          </ac:spMkLst>
        </pc:spChg>
      </pc:sldChg>
      <pc:sldChg chg="addSp delSp modSp del">
        <pc:chgData name="Ruben Wiersma" userId="3594b430-535d-41be-b63f-97edd20b26ce" providerId="ADAL" clId="{D24C0CE8-08A2-D34F-90EF-4CA5903F0327}" dt="2023-02-28T17:32:38.712" v="1182" actId="2696"/>
        <pc:sldMkLst>
          <pc:docMk/>
          <pc:sldMk cId="1128733250" sldId="292"/>
        </pc:sldMkLst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1128733250" sldId="292"/>
            <ac:spMk id="2" creationId="{74D8722A-B1EE-5102-F389-39A703052A1E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1128733250" sldId="292"/>
            <ac:spMk id="3" creationId="{D40B9326-6A88-7D93-C538-E19A75E17060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128733250" sldId="292"/>
            <ac:spMk id="4" creationId="{033ECAE3-BD6B-8D1A-684B-DDD1709C899A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1128733250" sldId="292"/>
            <ac:spMk id="5" creationId="{7051396B-524F-4A12-5FA8-689D15F48BFD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128733250" sldId="292"/>
            <ac:spMk id="6" creationId="{6E9B65B8-334B-F723-D9C2-E29D5616A002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128733250" sldId="292"/>
            <ac:spMk id="7" creationId="{8F131B81-28E6-D744-BB1B-669EAB65B9D2}"/>
          </ac:spMkLst>
        </pc:spChg>
      </pc:sldChg>
      <pc:sldChg chg="addSp delSp modSp del">
        <pc:chgData name="Ruben Wiersma" userId="3594b430-535d-41be-b63f-97edd20b26ce" providerId="ADAL" clId="{D24C0CE8-08A2-D34F-90EF-4CA5903F0327}" dt="2023-02-28T17:32:40.040" v="1184" actId="2696"/>
        <pc:sldMkLst>
          <pc:docMk/>
          <pc:sldMk cId="3450828039" sldId="293"/>
        </pc:sldMkLst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3450828039" sldId="293"/>
            <ac:spMk id="2" creationId="{74D8722A-B1EE-5102-F389-39A703052A1E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3450828039" sldId="293"/>
            <ac:spMk id="3" creationId="{D40B9326-6A88-7D93-C538-E19A75E17060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450828039" sldId="293"/>
            <ac:spMk id="4" creationId="{2D15090F-2CEE-29CE-502D-70AC807EABE4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3450828039" sldId="293"/>
            <ac:spMk id="5" creationId="{7051396B-524F-4A12-5FA8-689D15F48BFD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450828039" sldId="293"/>
            <ac:spMk id="6" creationId="{E9123AB2-6788-A34C-07B0-C8A5ED47A282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450828039" sldId="293"/>
            <ac:spMk id="7" creationId="{520FE832-FF55-E30E-73E9-BB812C8A5BE4}"/>
          </ac:spMkLst>
        </pc:spChg>
      </pc:sldChg>
      <pc:sldChg chg="addSp delSp modSp del">
        <pc:chgData name="Ruben Wiersma" userId="3594b430-535d-41be-b63f-97edd20b26ce" providerId="ADAL" clId="{D24C0CE8-08A2-D34F-90EF-4CA5903F0327}" dt="2023-02-28T17:32:39.639" v="1183" actId="2696"/>
        <pc:sldMkLst>
          <pc:docMk/>
          <pc:sldMk cId="1836172713" sldId="294"/>
        </pc:sldMkLst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1836172713" sldId="294"/>
            <ac:spMk id="2" creationId="{74D8722A-B1EE-5102-F389-39A703052A1E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1836172713" sldId="294"/>
            <ac:spMk id="3" creationId="{D40B9326-6A88-7D93-C538-E19A75E17060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836172713" sldId="294"/>
            <ac:spMk id="4" creationId="{2D904F8E-17B1-58AE-5CC1-88CC5F7F61BD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1836172713" sldId="294"/>
            <ac:spMk id="5" creationId="{7051396B-524F-4A12-5FA8-689D15F48BFD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836172713" sldId="294"/>
            <ac:spMk id="6" creationId="{DC6857BD-706F-2416-83E6-DA395456FFB8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836172713" sldId="294"/>
            <ac:spMk id="7" creationId="{F6BA6587-C971-69C4-70A5-B3F8132DB73F}"/>
          </ac:spMkLst>
        </pc:spChg>
      </pc:sldChg>
      <pc:sldChg chg="addSp delSp modSp del mod modClrScheme chgLayout">
        <pc:chgData name="Ruben Wiersma" userId="3594b430-535d-41be-b63f-97edd20b26ce" providerId="ADAL" clId="{D24C0CE8-08A2-D34F-90EF-4CA5903F0327}" dt="2023-02-28T17:31:53.983" v="1106" actId="2696"/>
        <pc:sldMkLst>
          <pc:docMk/>
          <pc:sldMk cId="4192602129" sldId="295"/>
        </pc:sldMkLst>
        <pc:spChg chg="mod ord">
          <ac:chgData name="Ruben Wiersma" userId="3594b430-535d-41be-b63f-97edd20b26ce" providerId="ADAL" clId="{D24C0CE8-08A2-D34F-90EF-4CA5903F0327}" dt="2023-02-28T17:23:51.447" v="848"/>
          <ac:spMkLst>
            <pc:docMk/>
            <pc:sldMk cId="4192602129" sldId="295"/>
            <ac:spMk id="2" creationId="{74D8722A-B1EE-5102-F389-39A703052A1E}"/>
          </ac:spMkLst>
        </pc:spChg>
        <pc:spChg chg="mod ord">
          <ac:chgData name="Ruben Wiersma" userId="3594b430-535d-41be-b63f-97edd20b26ce" providerId="ADAL" clId="{D24C0CE8-08A2-D34F-90EF-4CA5903F0327}" dt="2023-02-28T17:23:51.447" v="848"/>
          <ac:spMkLst>
            <pc:docMk/>
            <pc:sldMk cId="4192602129" sldId="295"/>
            <ac:spMk id="3" creationId="{D40B9326-6A88-7D93-C538-E19A75E17060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4192602129" sldId="295"/>
            <ac:spMk id="4" creationId="{1EBBAC9C-4044-E450-F3E1-4643187EBBA6}"/>
          </ac:spMkLst>
        </pc:spChg>
        <pc:spChg chg="mod ord">
          <ac:chgData name="Ruben Wiersma" userId="3594b430-535d-41be-b63f-97edd20b26ce" providerId="ADAL" clId="{D24C0CE8-08A2-D34F-90EF-4CA5903F0327}" dt="2023-02-28T17:23:51.447" v="848"/>
          <ac:spMkLst>
            <pc:docMk/>
            <pc:sldMk cId="4192602129" sldId="295"/>
            <ac:spMk id="5" creationId="{7051396B-524F-4A12-5FA8-689D15F48BFD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4192602129" sldId="295"/>
            <ac:spMk id="7" creationId="{E2C0E16C-8F66-C8E5-9332-6E2794B6D5A5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4192602129" sldId="295"/>
            <ac:spMk id="8" creationId="{E334BF73-F7C4-3158-29F2-1FBF8F8DEF9B}"/>
          </ac:spMkLst>
        </pc:spChg>
      </pc:sldChg>
      <pc:sldChg chg="addSp delSp modSp mod modMedia setBg modClrScheme delAnim chgLayout">
        <pc:chgData name="Ruben Wiersma" userId="3594b430-535d-41be-b63f-97edd20b26ce" providerId="ADAL" clId="{D24C0CE8-08A2-D34F-90EF-4CA5903F0327}" dt="2023-03-03T12:50:40.128" v="3610"/>
        <pc:sldMkLst>
          <pc:docMk/>
          <pc:sldMk cId="1868697192" sldId="296"/>
        </pc:sldMkLst>
        <pc:spChg chg="add del mod ord">
          <ac:chgData name="Ruben Wiersma" userId="3594b430-535d-41be-b63f-97edd20b26ce" providerId="ADAL" clId="{D24C0CE8-08A2-D34F-90EF-4CA5903F0327}" dt="2023-02-28T17:13:46.611" v="314" actId="478"/>
          <ac:spMkLst>
            <pc:docMk/>
            <pc:sldMk cId="1868697192" sldId="296"/>
            <ac:spMk id="2" creationId="{201F0CA3-7B36-0045-71CA-FEF51FD8FF3C}"/>
          </ac:spMkLst>
        </pc:spChg>
        <pc:spChg chg="add mod">
          <ac:chgData name="Ruben Wiersma" userId="3594b430-535d-41be-b63f-97edd20b26ce" providerId="ADAL" clId="{D24C0CE8-08A2-D34F-90EF-4CA5903F0327}" dt="2023-03-03T12:50:40.128" v="3610"/>
          <ac:spMkLst>
            <pc:docMk/>
            <pc:sldMk cId="1868697192" sldId="296"/>
            <ac:spMk id="2" creationId="{890F5CD0-5B84-F3E7-D651-1D7C463A1E48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868697192" sldId="296"/>
            <ac:spMk id="3" creationId="{947417D2-66A4-AC49-309B-8B65A317C4FB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1868697192" sldId="296"/>
            <ac:spMk id="4" creationId="{6D7091F4-DFBB-1871-0B37-9AB95D59AFD8}"/>
          </ac:spMkLst>
        </pc:spChg>
        <pc:spChg chg="mod ord">
          <ac:chgData name="Ruben Wiersma" userId="3594b430-535d-41be-b63f-97edd20b26ce" providerId="ADAL" clId="{D24C0CE8-08A2-D34F-90EF-4CA5903F0327}" dt="2023-02-28T17:43:05.206" v="1570" actId="26606"/>
          <ac:spMkLst>
            <pc:docMk/>
            <pc:sldMk cId="1868697192" sldId="296"/>
            <ac:spMk id="5" creationId="{87BE6101-7237-D5D0-CFD0-D0B9FB97ED36}"/>
          </ac:spMkLst>
        </pc:spChg>
        <pc:spChg chg="mod ord">
          <ac:chgData name="Ruben Wiersma" userId="3594b430-535d-41be-b63f-97edd20b26ce" providerId="ADAL" clId="{D24C0CE8-08A2-D34F-90EF-4CA5903F0327}" dt="2023-02-28T17:46:17.228" v="2126" actId="20577"/>
          <ac:spMkLst>
            <pc:docMk/>
            <pc:sldMk cId="1868697192" sldId="296"/>
            <ac:spMk id="6" creationId="{0667AA53-0A0C-9C92-615B-4E8B60B21CF1}"/>
          </ac:spMkLst>
        </pc:spChg>
        <pc:spChg chg="add del mod ord">
          <ac:chgData name="Ruben Wiersma" userId="3594b430-535d-41be-b63f-97edd20b26ce" providerId="ADAL" clId="{D24C0CE8-08A2-D34F-90EF-4CA5903F0327}" dt="2023-02-28T17:32:27.201" v="1180" actId="700"/>
          <ac:spMkLst>
            <pc:docMk/>
            <pc:sldMk cId="1868697192" sldId="296"/>
            <ac:spMk id="7" creationId="{80AE705B-3FCB-385D-04F1-1441EED05633}"/>
          </ac:spMkLst>
        </pc:spChg>
        <pc:spChg chg="add del mod ord">
          <ac:chgData name="Ruben Wiersma" userId="3594b430-535d-41be-b63f-97edd20b26ce" providerId="ADAL" clId="{D24C0CE8-08A2-D34F-90EF-4CA5903F0327}" dt="2023-02-28T17:39:49.014" v="1544" actId="478"/>
          <ac:spMkLst>
            <pc:docMk/>
            <pc:sldMk cId="1868697192" sldId="296"/>
            <ac:spMk id="8" creationId="{87FEA3E7-1739-60DC-2468-2E8C29741AD7}"/>
          </ac:spMkLst>
        </pc:spChg>
        <pc:spChg chg="add del mod">
          <ac:chgData name="Ruben Wiersma" userId="3594b430-535d-41be-b63f-97edd20b26ce" providerId="ADAL" clId="{D24C0CE8-08A2-D34F-90EF-4CA5903F0327}" dt="2023-02-28T17:42:27.005" v="1563"/>
          <ac:spMkLst>
            <pc:docMk/>
            <pc:sldMk cId="1868697192" sldId="296"/>
            <ac:spMk id="9" creationId="{74AB7979-FA78-ED67-E161-49AD12363F4A}"/>
          </ac:spMkLst>
        </pc:spChg>
        <pc:spChg chg="del">
          <ac:chgData name="Ruben Wiersma" userId="3594b430-535d-41be-b63f-97edd20b26ce" providerId="ADAL" clId="{D24C0CE8-08A2-D34F-90EF-4CA5903F0327}" dt="2023-02-28T17:32:33.562" v="1181" actId="478"/>
          <ac:spMkLst>
            <pc:docMk/>
            <pc:sldMk cId="1868697192" sldId="296"/>
            <ac:spMk id="10" creationId="{D3EE0F79-FF03-CED5-651E-6583113BB841}"/>
          </ac:spMkLst>
        </pc:spChg>
        <pc:spChg chg="add del mod">
          <ac:chgData name="Ruben Wiersma" userId="3594b430-535d-41be-b63f-97edd20b26ce" providerId="ADAL" clId="{D24C0CE8-08A2-D34F-90EF-4CA5903F0327}" dt="2023-02-28T17:42:27.005" v="1563"/>
          <ac:spMkLst>
            <pc:docMk/>
            <pc:sldMk cId="1868697192" sldId="296"/>
            <ac:spMk id="11" creationId="{10B5C7E2-6F38-1450-8BFB-02A00457F800}"/>
          </ac:spMkLst>
        </pc:spChg>
        <pc:spChg chg="add del">
          <ac:chgData name="Ruben Wiersma" userId="3594b430-535d-41be-b63f-97edd20b26ce" providerId="ADAL" clId="{D24C0CE8-08A2-D34F-90EF-4CA5903F0327}" dt="2023-02-28T17:43:05.206" v="1570" actId="26606"/>
          <ac:spMkLst>
            <pc:docMk/>
            <pc:sldMk cId="1868697192" sldId="296"/>
            <ac:spMk id="12" creationId="{C1DD1A8A-57D5-4A81-AD04-532B043C5611}"/>
          </ac:spMkLst>
        </pc:spChg>
        <pc:spChg chg="add del">
          <ac:chgData name="Ruben Wiersma" userId="3594b430-535d-41be-b63f-97edd20b26ce" providerId="ADAL" clId="{D24C0CE8-08A2-D34F-90EF-4CA5903F0327}" dt="2023-02-28T17:43:05.206" v="1570" actId="26606"/>
          <ac:spMkLst>
            <pc:docMk/>
            <pc:sldMk cId="1868697192" sldId="296"/>
            <ac:spMk id="14" creationId="{007891EC-4501-44ED-A8C8-B11B6DB767AB}"/>
          </ac:spMkLst>
        </pc:spChg>
        <pc:picChg chg="add del mod">
          <ac:chgData name="Ruben Wiersma" userId="3594b430-535d-41be-b63f-97edd20b26ce" providerId="ADAL" clId="{D24C0CE8-08A2-D34F-90EF-4CA5903F0327}" dt="2023-02-28T17:43:05.206" v="1570" actId="26606"/>
          <ac:picMkLst>
            <pc:docMk/>
            <pc:sldMk cId="1868697192" sldId="296"/>
            <ac:picMk id="13" creationId="{33186FAF-784E-528A-3615-FE703BD24FEA}"/>
          </ac:picMkLst>
        </pc:picChg>
      </pc:sldChg>
      <pc:sldChg chg="addSp delSp modSp mod modAnim">
        <pc:chgData name="Ruben Wiersma" userId="3594b430-535d-41be-b63f-97edd20b26ce" providerId="ADAL" clId="{D24C0CE8-08A2-D34F-90EF-4CA5903F0327}" dt="2023-03-03T12:50:55.878" v="3611"/>
        <pc:sldMkLst>
          <pc:docMk/>
          <pc:sldMk cId="717548212" sldId="297"/>
        </pc:sldMkLst>
        <pc:spChg chg="mod">
          <ac:chgData name="Ruben Wiersma" userId="3594b430-535d-41be-b63f-97edd20b26ce" providerId="ADAL" clId="{D24C0CE8-08A2-D34F-90EF-4CA5903F0327}" dt="2023-02-28T17:33:50.369" v="1325" actId="20577"/>
          <ac:spMkLst>
            <pc:docMk/>
            <pc:sldMk cId="717548212" sldId="297"/>
            <ac:spMk id="2" creationId="{8316A3F3-BBD4-912B-2C14-9588005F63FF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717548212" sldId="297"/>
            <ac:spMk id="3" creationId="{E2EC9289-6B3A-60A9-C5F4-4C1A5CA3B56E}"/>
          </ac:spMkLst>
        </pc:spChg>
        <pc:spChg chg="add mod">
          <ac:chgData name="Ruben Wiersma" userId="3594b430-535d-41be-b63f-97edd20b26ce" providerId="ADAL" clId="{D24C0CE8-08A2-D34F-90EF-4CA5903F0327}" dt="2023-03-03T12:50:55.878" v="3611"/>
          <ac:spMkLst>
            <pc:docMk/>
            <pc:sldMk cId="717548212" sldId="297"/>
            <ac:spMk id="3" creationId="{E9D78434-94FE-0A57-5486-8774A4860A2C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717548212" sldId="297"/>
            <ac:spMk id="4" creationId="{6451766D-9D2C-6CCF-AEC1-9FAA2AA13CCC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717548212" sldId="297"/>
            <ac:spMk id="5" creationId="{18015AA4-AC6A-C5F7-69FB-8943A1F1848F}"/>
          </ac:spMkLst>
        </pc:spChg>
        <pc:spChg chg="add del mod">
          <ac:chgData name="Ruben Wiersma" userId="3594b430-535d-41be-b63f-97edd20b26ce" providerId="ADAL" clId="{D24C0CE8-08A2-D34F-90EF-4CA5903F0327}" dt="2023-02-28T17:33:18.148" v="1267" actId="478"/>
          <ac:spMkLst>
            <pc:docMk/>
            <pc:sldMk cId="717548212" sldId="297"/>
            <ac:spMk id="6" creationId="{6BF34DDD-3533-52E7-BB65-DEE5BB60569A}"/>
          </ac:spMkLst>
        </pc:spChg>
        <pc:spChg chg="mod">
          <ac:chgData name="Ruben Wiersma" userId="3594b430-535d-41be-b63f-97edd20b26ce" providerId="ADAL" clId="{D24C0CE8-08A2-D34F-90EF-4CA5903F0327}" dt="2023-02-28T18:24:31.633" v="2559" actId="1076"/>
          <ac:spMkLst>
            <pc:docMk/>
            <pc:sldMk cId="717548212" sldId="297"/>
            <ac:spMk id="8" creationId="{327D5B33-89A5-208E-AAAD-74B4C894535C}"/>
          </ac:spMkLst>
        </pc:spChg>
        <pc:spChg chg="mod">
          <ac:chgData name="Ruben Wiersma" userId="3594b430-535d-41be-b63f-97edd20b26ce" providerId="ADAL" clId="{D24C0CE8-08A2-D34F-90EF-4CA5903F0327}" dt="2023-02-28T18:24:31.633" v="2559" actId="1076"/>
          <ac:spMkLst>
            <pc:docMk/>
            <pc:sldMk cId="717548212" sldId="297"/>
            <ac:spMk id="9" creationId="{1F3ADDE0-1468-6482-2151-84D472D3F950}"/>
          </ac:spMkLst>
        </pc:spChg>
        <pc:spChg chg="mod">
          <ac:chgData name="Ruben Wiersma" userId="3594b430-535d-41be-b63f-97edd20b26ce" providerId="ADAL" clId="{D24C0CE8-08A2-D34F-90EF-4CA5903F0327}" dt="2023-02-28T18:24:31.633" v="2559" actId="1076"/>
          <ac:spMkLst>
            <pc:docMk/>
            <pc:sldMk cId="717548212" sldId="297"/>
            <ac:spMk id="10" creationId="{88517E07-872B-1475-47F4-0CC6743E7467}"/>
          </ac:spMkLst>
        </pc:spChg>
        <pc:spChg chg="mod">
          <ac:chgData name="Ruben Wiersma" userId="3594b430-535d-41be-b63f-97edd20b26ce" providerId="ADAL" clId="{D24C0CE8-08A2-D34F-90EF-4CA5903F0327}" dt="2023-02-28T18:24:31.633" v="2559" actId="1076"/>
          <ac:spMkLst>
            <pc:docMk/>
            <pc:sldMk cId="717548212" sldId="297"/>
            <ac:spMk id="11" creationId="{D5147A0F-32C9-76E9-C579-0C5080CB0A90}"/>
          </ac:spMkLst>
        </pc:spChg>
        <pc:spChg chg="mod">
          <ac:chgData name="Ruben Wiersma" userId="3594b430-535d-41be-b63f-97edd20b26ce" providerId="ADAL" clId="{D24C0CE8-08A2-D34F-90EF-4CA5903F0327}" dt="2023-02-28T18:24:31.633" v="2559" actId="1076"/>
          <ac:spMkLst>
            <pc:docMk/>
            <pc:sldMk cId="717548212" sldId="297"/>
            <ac:spMk id="12" creationId="{F5A3201A-2C40-95A2-2850-9C7E3E825249}"/>
          </ac:spMkLst>
        </pc:spChg>
        <pc:spChg chg="mod">
          <ac:chgData name="Ruben Wiersma" userId="3594b430-535d-41be-b63f-97edd20b26ce" providerId="ADAL" clId="{D24C0CE8-08A2-D34F-90EF-4CA5903F0327}" dt="2023-02-28T18:24:31.633" v="2559" actId="1076"/>
          <ac:spMkLst>
            <pc:docMk/>
            <pc:sldMk cId="717548212" sldId="297"/>
            <ac:spMk id="13" creationId="{DD42979A-EF1C-5675-6BD7-10E51494DA32}"/>
          </ac:spMkLst>
        </pc:spChg>
        <pc:spChg chg="add del mod">
          <ac:chgData name="Ruben Wiersma" userId="3594b430-535d-41be-b63f-97edd20b26ce" providerId="ADAL" clId="{D24C0CE8-08A2-D34F-90EF-4CA5903F0327}" dt="2023-02-28T17:33:19.806" v="1268" actId="478"/>
          <ac:spMkLst>
            <pc:docMk/>
            <pc:sldMk cId="717548212" sldId="297"/>
            <ac:spMk id="14" creationId="{39C1658E-3D02-CD44-B12D-99AB8216F440}"/>
          </ac:spMkLst>
        </pc:spChg>
      </pc:sldChg>
      <pc:sldChg chg="addSp delSp modSp del mod modClrScheme chgLayout">
        <pc:chgData name="Ruben Wiersma" userId="3594b430-535d-41be-b63f-97edd20b26ce" providerId="ADAL" clId="{D24C0CE8-08A2-D34F-90EF-4CA5903F0327}" dt="2023-02-28T17:39:07.710" v="1528" actId="2696"/>
        <pc:sldMkLst>
          <pc:docMk/>
          <pc:sldMk cId="3504317866" sldId="298"/>
        </pc:sldMkLst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504317866" sldId="298"/>
            <ac:spMk id="2" creationId="{F66442CE-440A-E31C-7D62-6A40B04DE29A}"/>
          </ac:spMkLst>
        </pc:spChg>
        <pc:spChg chg="mod ord">
          <ac:chgData name="Ruben Wiersma" userId="3594b430-535d-41be-b63f-97edd20b26ce" providerId="ADAL" clId="{D24C0CE8-08A2-D34F-90EF-4CA5903F0327}" dt="2023-02-28T17:23:51.447" v="848"/>
          <ac:spMkLst>
            <pc:docMk/>
            <pc:sldMk cId="3504317866" sldId="298"/>
            <ac:spMk id="3" creationId="{336BD4FC-FD03-C155-0C1F-51E9683BA857}"/>
          </ac:spMkLst>
        </pc:spChg>
        <pc:spChg chg="del">
          <ac:chgData name="Ruben Wiersma" userId="3594b430-535d-41be-b63f-97edd20b26ce" providerId="ADAL" clId="{D24C0CE8-08A2-D34F-90EF-4CA5903F0327}" dt="2023-02-28T17:13:32.118" v="311" actId="478"/>
          <ac:spMkLst>
            <pc:docMk/>
            <pc:sldMk cId="3504317866" sldId="298"/>
            <ac:spMk id="4" creationId="{CD446DDA-521F-FADB-CD4F-41D930C9D9F3}"/>
          </ac:spMkLst>
        </pc:spChg>
        <pc:spChg chg="mod ord">
          <ac:chgData name="Ruben Wiersma" userId="3594b430-535d-41be-b63f-97edd20b26ce" providerId="ADAL" clId="{D24C0CE8-08A2-D34F-90EF-4CA5903F0327}" dt="2023-02-28T17:23:51.447" v="848"/>
          <ac:spMkLst>
            <pc:docMk/>
            <pc:sldMk cId="3504317866" sldId="298"/>
            <ac:spMk id="5" creationId="{D5A1DBCE-D1AC-3DC5-AFBC-148797490107}"/>
          </ac:spMkLst>
        </pc:spChg>
        <pc:spChg chg="mod ord">
          <ac:chgData name="Ruben Wiersma" userId="3594b430-535d-41be-b63f-97edd20b26ce" providerId="ADAL" clId="{D24C0CE8-08A2-D34F-90EF-4CA5903F0327}" dt="2023-02-28T17:23:51.447" v="848"/>
          <ac:spMkLst>
            <pc:docMk/>
            <pc:sldMk cId="3504317866" sldId="298"/>
            <ac:spMk id="6" creationId="{5B4A3EEF-3A85-4B0A-AEB3-6D1F0A83D4A5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504317866" sldId="298"/>
            <ac:spMk id="7" creationId="{CB7BC5D6-4DB5-6BBE-0FF1-2DAF423FB380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504317866" sldId="298"/>
            <ac:spMk id="8" creationId="{E5481E57-DC3A-C5CE-2F69-8F9D8CB9DE4B}"/>
          </ac:spMkLst>
        </pc:spChg>
        <pc:picChg chg="del">
          <ac:chgData name="Ruben Wiersma" userId="3594b430-535d-41be-b63f-97edd20b26ce" providerId="ADAL" clId="{D24C0CE8-08A2-D34F-90EF-4CA5903F0327}" dt="2023-02-28T17:13:26.860" v="310" actId="478"/>
          <ac:picMkLst>
            <pc:docMk/>
            <pc:sldMk cId="3504317866" sldId="298"/>
            <ac:picMk id="28" creationId="{D171C7D8-C777-B4CB-8353-278CD42E3AF6}"/>
          </ac:picMkLst>
        </pc:picChg>
      </pc:sldChg>
      <pc:sldChg chg="modSp del">
        <pc:chgData name="Ruben Wiersma" userId="3594b430-535d-41be-b63f-97edd20b26ce" providerId="ADAL" clId="{D24C0CE8-08A2-D34F-90EF-4CA5903F0327}" dt="2023-02-28T17:14:22.982" v="487" actId="2696"/>
        <pc:sldMkLst>
          <pc:docMk/>
          <pc:sldMk cId="2724726858" sldId="299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2724726858" sldId="299"/>
            <ac:spMk id="2" creationId="{88382FD6-2055-8A0B-9F78-590444C60EEF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2724726858" sldId="299"/>
            <ac:spMk id="4" creationId="{F178722A-B123-327F-6A66-CCD3FA945DDD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2724726858" sldId="299"/>
            <ac:spMk id="5" creationId="{442CFB12-84D2-7143-1CE8-70E2967517DA}"/>
          </ac:spMkLst>
        </pc:spChg>
      </pc:sldChg>
      <pc:sldChg chg="modSp del">
        <pc:chgData name="Ruben Wiersma" userId="3594b430-535d-41be-b63f-97edd20b26ce" providerId="ADAL" clId="{D24C0CE8-08A2-D34F-90EF-4CA5903F0327}" dt="2023-02-28T17:14:22.032" v="486" actId="2696"/>
        <pc:sldMkLst>
          <pc:docMk/>
          <pc:sldMk cId="3515213720" sldId="300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3515213720" sldId="300"/>
            <ac:spMk id="2" creationId="{F7059D4E-66BE-038A-DD58-034936D8FA4A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3515213720" sldId="300"/>
            <ac:spMk id="4" creationId="{5871B236-99E6-7D24-BE63-842CA1452701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3515213720" sldId="300"/>
            <ac:spMk id="5" creationId="{CAB47680-A8D7-DF9B-7F70-4760663C98A2}"/>
          </ac:spMkLst>
        </pc:spChg>
      </pc:sldChg>
      <pc:sldChg chg="modSp del">
        <pc:chgData name="Ruben Wiersma" userId="3594b430-535d-41be-b63f-97edd20b26ce" providerId="ADAL" clId="{D24C0CE8-08A2-D34F-90EF-4CA5903F0327}" dt="2023-02-28T17:14:21.824" v="485" actId="2696"/>
        <pc:sldMkLst>
          <pc:docMk/>
          <pc:sldMk cId="1095562656" sldId="301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1095562656" sldId="301"/>
            <ac:spMk id="2" creationId="{FB4EC84B-31E1-74FD-FEE0-DFB3E3B68C5A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1095562656" sldId="301"/>
            <ac:spMk id="4" creationId="{23225922-7BA1-4172-C792-6FDFD2107741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1095562656" sldId="301"/>
            <ac:spMk id="5" creationId="{286B6A3F-D0A1-7E75-357C-33769659EA47}"/>
          </ac:spMkLst>
        </pc:spChg>
      </pc:sldChg>
      <pc:sldChg chg="modSp del">
        <pc:chgData name="Ruben Wiersma" userId="3594b430-535d-41be-b63f-97edd20b26ce" providerId="ADAL" clId="{D24C0CE8-08A2-D34F-90EF-4CA5903F0327}" dt="2023-02-28T17:14:21.619" v="484" actId="2696"/>
        <pc:sldMkLst>
          <pc:docMk/>
          <pc:sldMk cId="1819830701" sldId="302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1819830701" sldId="302"/>
            <ac:spMk id="2" creationId="{46F9BC5C-AEF6-9485-DEE9-EF99DDECFBDF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1819830701" sldId="302"/>
            <ac:spMk id="4" creationId="{8118B71C-946A-6DD2-7EE3-8DA9DC2A27F5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1819830701" sldId="302"/>
            <ac:spMk id="5" creationId="{DFCE81A6-F4A0-468C-2584-11395602FDF4}"/>
          </ac:spMkLst>
        </pc:spChg>
      </pc:sldChg>
      <pc:sldChg chg="modSp del">
        <pc:chgData name="Ruben Wiersma" userId="3594b430-535d-41be-b63f-97edd20b26ce" providerId="ADAL" clId="{D24C0CE8-08A2-D34F-90EF-4CA5903F0327}" dt="2023-02-28T17:14:21.424" v="483" actId="2696"/>
        <pc:sldMkLst>
          <pc:docMk/>
          <pc:sldMk cId="3738294201" sldId="303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3738294201" sldId="303"/>
            <ac:spMk id="2" creationId="{3C1B4611-0B47-11BD-E98C-5EFD58FDD12F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3738294201" sldId="303"/>
            <ac:spMk id="4" creationId="{17AF0A23-8B3D-7465-9681-21DA800AB3AD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3738294201" sldId="303"/>
            <ac:spMk id="5" creationId="{1489486F-A028-74C5-5FB2-347E83F46AF7}"/>
          </ac:spMkLst>
        </pc:spChg>
      </pc:sldChg>
      <pc:sldChg chg="modSp del">
        <pc:chgData name="Ruben Wiersma" userId="3594b430-535d-41be-b63f-97edd20b26ce" providerId="ADAL" clId="{D24C0CE8-08A2-D34F-90EF-4CA5903F0327}" dt="2023-02-28T17:14:21.232" v="482" actId="2696"/>
        <pc:sldMkLst>
          <pc:docMk/>
          <pc:sldMk cId="1486361601" sldId="304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1486361601" sldId="304"/>
            <ac:spMk id="2" creationId="{1ED57643-E045-733F-EF97-37E92C018787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1486361601" sldId="304"/>
            <ac:spMk id="4" creationId="{52ED3551-89E8-4822-BA15-F2F897AF6781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1486361601" sldId="304"/>
            <ac:spMk id="5" creationId="{F9A8AF74-101E-D09C-A9E7-F8D780BF413C}"/>
          </ac:spMkLst>
        </pc:spChg>
      </pc:sldChg>
      <pc:sldChg chg="modSp del">
        <pc:chgData name="Ruben Wiersma" userId="3594b430-535d-41be-b63f-97edd20b26ce" providerId="ADAL" clId="{D24C0CE8-08A2-D34F-90EF-4CA5903F0327}" dt="2023-02-28T17:14:21.021" v="481" actId="2696"/>
        <pc:sldMkLst>
          <pc:docMk/>
          <pc:sldMk cId="4033496905" sldId="305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4033496905" sldId="305"/>
            <ac:spMk id="2" creationId="{31F147C6-5701-16BD-15BE-F42435C41C56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4033496905" sldId="305"/>
            <ac:spMk id="4" creationId="{B138515C-7415-8C4F-3535-FD2F3A413B5F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4033496905" sldId="305"/>
            <ac:spMk id="5" creationId="{55EE6517-8A3F-DD50-619D-C79E55CA14AF}"/>
          </ac:spMkLst>
        </pc:spChg>
      </pc:sldChg>
      <pc:sldChg chg="modSp del">
        <pc:chgData name="Ruben Wiersma" userId="3594b430-535d-41be-b63f-97edd20b26ce" providerId="ADAL" clId="{D24C0CE8-08A2-D34F-90EF-4CA5903F0327}" dt="2023-02-28T17:14:20.824" v="480" actId="2696"/>
        <pc:sldMkLst>
          <pc:docMk/>
          <pc:sldMk cId="3789913784" sldId="306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3789913784" sldId="306"/>
            <ac:spMk id="2" creationId="{E23BFAAB-3477-F6FC-FCE6-CD0D8E131271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3789913784" sldId="306"/>
            <ac:spMk id="4" creationId="{789DC4F7-DAA8-CEFD-8921-0C9D74793030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3789913784" sldId="306"/>
            <ac:spMk id="5" creationId="{55E1BED1-BA02-D335-4E81-6FFB65721DA5}"/>
          </ac:spMkLst>
        </pc:spChg>
      </pc:sldChg>
      <pc:sldChg chg="modSp del">
        <pc:chgData name="Ruben Wiersma" userId="3594b430-535d-41be-b63f-97edd20b26ce" providerId="ADAL" clId="{D24C0CE8-08A2-D34F-90EF-4CA5903F0327}" dt="2023-02-28T17:14:20.627" v="479" actId="2696"/>
        <pc:sldMkLst>
          <pc:docMk/>
          <pc:sldMk cId="2018361782" sldId="307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2018361782" sldId="307"/>
            <ac:spMk id="2" creationId="{88248E80-BF2A-62E0-0128-7994B88AFAE7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2018361782" sldId="307"/>
            <ac:spMk id="4" creationId="{1DFD4E18-B8B8-A116-C0D4-04C69C64FFD7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2018361782" sldId="307"/>
            <ac:spMk id="5" creationId="{4B3F4366-C362-F28B-E32D-E7C153C5E556}"/>
          </ac:spMkLst>
        </pc:spChg>
      </pc:sldChg>
      <pc:sldChg chg="modSp del">
        <pc:chgData name="Ruben Wiersma" userId="3594b430-535d-41be-b63f-97edd20b26ce" providerId="ADAL" clId="{D24C0CE8-08A2-D34F-90EF-4CA5903F0327}" dt="2023-02-28T17:14:20.398" v="478" actId="2696"/>
        <pc:sldMkLst>
          <pc:docMk/>
          <pc:sldMk cId="3364998188" sldId="308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3364998188" sldId="308"/>
            <ac:spMk id="2" creationId="{F887CED3-E6BB-7A48-783C-1A210231DD87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3364998188" sldId="308"/>
            <ac:spMk id="4" creationId="{C249D9C4-8016-3BE9-F8C3-D4066A0FEE90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3364998188" sldId="308"/>
            <ac:spMk id="5" creationId="{323F3EAE-F1C4-DA5C-271F-F3F541DC5D4A}"/>
          </ac:spMkLst>
        </pc:spChg>
      </pc:sldChg>
      <pc:sldChg chg="modSp del">
        <pc:chgData name="Ruben Wiersma" userId="3594b430-535d-41be-b63f-97edd20b26ce" providerId="ADAL" clId="{D24C0CE8-08A2-D34F-90EF-4CA5903F0327}" dt="2023-02-28T17:14:20.088" v="477" actId="2696"/>
        <pc:sldMkLst>
          <pc:docMk/>
          <pc:sldMk cId="3826095095" sldId="309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3826095095" sldId="309"/>
            <ac:spMk id="2" creationId="{9A99EB65-7339-A1DA-2685-B69C20755082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3826095095" sldId="309"/>
            <ac:spMk id="4" creationId="{542802A7-EF2A-5D0A-D8EF-0BC8C6000589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3826095095" sldId="309"/>
            <ac:spMk id="5" creationId="{01D5D03E-879D-415A-243C-E074A5CF4C0B}"/>
          </ac:spMkLst>
        </pc:spChg>
      </pc:sldChg>
      <pc:sldChg chg="modSp del">
        <pc:chgData name="Ruben Wiersma" userId="3594b430-535d-41be-b63f-97edd20b26ce" providerId="ADAL" clId="{D24C0CE8-08A2-D34F-90EF-4CA5903F0327}" dt="2023-02-28T17:14:19.683" v="476" actId="2696"/>
        <pc:sldMkLst>
          <pc:docMk/>
          <pc:sldMk cId="2554701709" sldId="310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2554701709" sldId="310"/>
            <ac:spMk id="2" creationId="{F5E45A95-892C-013D-3F09-7E2438D20F63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2554701709" sldId="310"/>
            <ac:spMk id="4" creationId="{81FF1427-304C-9177-FC24-AC1434229ABD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2554701709" sldId="310"/>
            <ac:spMk id="5" creationId="{F18FEFD4-1B2A-7A0C-13F6-193E3E1BF87A}"/>
          </ac:spMkLst>
        </pc:spChg>
      </pc:sldChg>
      <pc:sldChg chg="modSp del">
        <pc:chgData name="Ruben Wiersma" userId="3594b430-535d-41be-b63f-97edd20b26ce" providerId="ADAL" clId="{D24C0CE8-08A2-D34F-90EF-4CA5903F0327}" dt="2023-02-28T17:14:18.840" v="475" actId="2696"/>
        <pc:sldMkLst>
          <pc:docMk/>
          <pc:sldMk cId="1447252294" sldId="311"/>
        </pc:sldMkLst>
        <pc:spChg chg="mod">
          <ac:chgData name="Ruben Wiersma" userId="3594b430-535d-41be-b63f-97edd20b26ce" providerId="ADAL" clId="{D24C0CE8-08A2-D34F-90EF-4CA5903F0327}" dt="2023-02-28T17:10:11.119" v="283"/>
          <ac:spMkLst>
            <pc:docMk/>
            <pc:sldMk cId="1447252294" sldId="311"/>
            <ac:spMk id="2" creationId="{BE9AAC02-0D5A-7E24-55C8-598A65DC7390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1447252294" sldId="311"/>
            <ac:spMk id="4" creationId="{A2CB9046-8770-3200-C2FF-43BFEAC3B314}"/>
          </ac:spMkLst>
        </pc:spChg>
        <pc:spChg chg="mod">
          <ac:chgData name="Ruben Wiersma" userId="3594b430-535d-41be-b63f-97edd20b26ce" providerId="ADAL" clId="{D24C0CE8-08A2-D34F-90EF-4CA5903F0327}" dt="2023-02-28T17:10:17.419" v="284"/>
          <ac:spMkLst>
            <pc:docMk/>
            <pc:sldMk cId="1447252294" sldId="311"/>
            <ac:spMk id="5" creationId="{32EF108C-0139-3B4F-C54F-FC94943D55A1}"/>
          </ac:spMkLst>
        </pc:spChg>
      </pc:sldChg>
      <pc:sldChg chg="modSp del">
        <pc:chgData name="Ruben Wiersma" userId="3594b430-535d-41be-b63f-97edd20b26ce" providerId="ADAL" clId="{D24C0CE8-08A2-D34F-90EF-4CA5903F0327}" dt="2023-02-28T17:14:16.940" v="457" actId="2696"/>
        <pc:sldMkLst>
          <pc:docMk/>
          <pc:sldMk cId="3451886651" sldId="31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451886651" sldId="31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79" v="361" actId="2696"/>
        <pc:sldMkLst>
          <pc:docMk/>
          <pc:sldMk cId="1672225741" sldId="31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672225741" sldId="31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17" v="437" actId="2696"/>
        <pc:sldMkLst>
          <pc:docMk/>
          <pc:sldMk cId="3889946925" sldId="31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889946925" sldId="31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27" v="381" actId="2696"/>
        <pc:sldMkLst>
          <pc:docMk/>
          <pc:sldMk cId="2832048385" sldId="31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832048385" sldId="31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91" v="366" actId="2696"/>
        <pc:sldMkLst>
          <pc:docMk/>
          <pc:sldMk cId="4261117092" sldId="31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261117092" sldId="31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73" v="319" actId="2696"/>
        <pc:sldMkLst>
          <pc:docMk/>
          <pc:sldMk cId="1637838991" sldId="31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637838991" sldId="31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80" v="471" actId="2696"/>
        <pc:sldMkLst>
          <pc:docMk/>
          <pc:sldMk cId="801497388" sldId="31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801497388" sldId="31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96" v="423" actId="2696"/>
        <pc:sldMkLst>
          <pc:docMk/>
          <pc:sldMk cId="2756591184" sldId="31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756591184" sldId="31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88" v="365" actId="2696"/>
        <pc:sldMkLst>
          <pc:docMk/>
          <pc:sldMk cId="1230606027" sldId="32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30606027" sldId="32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43" v="459" actId="2696"/>
        <pc:sldMkLst>
          <pc:docMk/>
          <pc:sldMk cId="3132211358" sldId="32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132211358" sldId="32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94" v="421" actId="2696"/>
        <pc:sldMkLst>
          <pc:docMk/>
          <pc:sldMk cId="4029404043" sldId="32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029404043" sldId="32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39" v="343" actId="2696"/>
        <pc:sldMkLst>
          <pc:docMk/>
          <pc:sldMk cId="1038250736" sldId="32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038250736" sldId="32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15" v="436" actId="2696"/>
        <pc:sldMkLst>
          <pc:docMk/>
          <pc:sldMk cId="265419278" sldId="32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65419278" sldId="32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76" v="410" actId="2696"/>
        <pc:sldMkLst>
          <pc:docMk/>
          <pc:sldMk cId="648495744" sldId="32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648495744" sldId="32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25" v="338" actId="2696"/>
        <pc:sldMkLst>
          <pc:docMk/>
          <pc:sldMk cId="3572118027" sldId="32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572118027" sldId="32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69" v="357" actId="2696"/>
        <pc:sldMkLst>
          <pc:docMk/>
          <pc:sldMk cId="2381500631" sldId="32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381500631" sldId="32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12" v="434" actId="2696"/>
        <pc:sldMkLst>
          <pc:docMk/>
          <pc:sldMk cId="688533678" sldId="32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688533678" sldId="32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12" v="332" actId="2696"/>
        <pc:sldMkLst>
          <pc:docMk/>
          <pc:sldMk cId="2816346537" sldId="32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816346537" sldId="32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36" v="386" actId="2696"/>
        <pc:sldMkLst>
          <pc:docMk/>
          <pc:sldMk cId="524754125" sldId="33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524754125" sldId="33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89" v="418" actId="2696"/>
        <pc:sldMkLst>
          <pc:docMk/>
          <pc:sldMk cId="1822296434" sldId="33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822296434" sldId="33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02" v="427" actId="2696"/>
        <pc:sldMkLst>
          <pc:docMk/>
          <pc:sldMk cId="1693043511" sldId="33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693043511" sldId="33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55" v="397" actId="2696"/>
        <pc:sldMkLst>
          <pc:docMk/>
          <pc:sldMk cId="523477421" sldId="33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523477421" sldId="33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76" v="360" actId="2696"/>
        <pc:sldMkLst>
          <pc:docMk/>
          <pc:sldMk cId="3411732650" sldId="33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411732650" sldId="33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63" v="402" actId="2696"/>
        <pc:sldMkLst>
          <pc:docMk/>
          <pc:sldMk cId="1326374840" sldId="33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326374840" sldId="33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01" v="370" actId="2696"/>
        <pc:sldMkLst>
          <pc:docMk/>
          <pc:sldMk cId="3671273774" sldId="33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671273774" sldId="33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50" v="349" actId="2696"/>
        <pc:sldMkLst>
          <pc:docMk/>
          <pc:sldMk cId="908540533" sldId="33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908540533" sldId="33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67" v="318" actId="2696"/>
        <pc:sldMkLst>
          <pc:docMk/>
          <pc:sldMk cId="2321846899" sldId="33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321846899" sldId="33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42" v="458" actId="2696"/>
        <pc:sldMkLst>
          <pc:docMk/>
          <pc:sldMk cId="3412489529" sldId="33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412489529" sldId="33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62" v="317" actId="2696"/>
        <pc:sldMkLst>
          <pc:docMk/>
          <pc:sldMk cId="3900799140" sldId="34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900799140" sldId="34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39" v="456" actId="2696"/>
        <pc:sldMkLst>
          <pc:docMk/>
          <pc:sldMk cId="1248294505" sldId="34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48294505" sldId="34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46" v="462" actId="2696"/>
        <pc:sldMkLst>
          <pc:docMk/>
          <pc:sldMk cId="1891017594" sldId="34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891017594" sldId="34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06" v="372" actId="2696"/>
        <pc:sldMkLst>
          <pc:docMk/>
          <pc:sldMk cId="3291171391" sldId="34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291171391" sldId="34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24" v="443" actId="2696"/>
        <pc:sldMkLst>
          <pc:docMk/>
          <pc:sldMk cId="2777908775" sldId="34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777908775" sldId="34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65" v="355" actId="2696"/>
        <pc:sldMkLst>
          <pc:docMk/>
          <pc:sldMk cId="3170167150" sldId="34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170167150" sldId="34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94" v="474" actId="2696"/>
        <pc:sldMkLst>
          <pc:docMk/>
          <pc:sldMk cId="4081467475" sldId="34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081467475" sldId="34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36" v="342" actId="2696"/>
        <pc:sldMkLst>
          <pc:docMk/>
          <pc:sldMk cId="1273322058" sldId="34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73322058" sldId="34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77" v="320" actId="2696"/>
        <pc:sldMkLst>
          <pc:docMk/>
          <pc:sldMk cId="2738151262" sldId="34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738151262" sldId="34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99" v="425" actId="2696"/>
        <pc:sldMkLst>
          <pc:docMk/>
          <pc:sldMk cId="2451214854" sldId="34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451214854" sldId="34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06" v="330" actId="2696"/>
        <pc:sldMkLst>
          <pc:docMk/>
          <pc:sldMk cId="3885411049" sldId="35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885411049" sldId="35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87" v="417" actId="2696"/>
        <pc:sldMkLst>
          <pc:docMk/>
          <pc:sldMk cId="3479083436" sldId="35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479083436" sldId="35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87" v="473" actId="2696"/>
        <pc:sldMkLst>
          <pc:docMk/>
          <pc:sldMk cId="2895878280" sldId="35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895878280" sldId="35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24" v="380" actId="2696"/>
        <pc:sldMkLst>
          <pc:docMk/>
          <pc:sldMk cId="1684475208" sldId="35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684475208" sldId="35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62" v="354" actId="2696"/>
        <pc:sldMkLst>
          <pc:docMk/>
          <pc:sldMk cId="3663559851" sldId="35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663559851" sldId="35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55" v="351" actId="2696"/>
        <pc:sldMkLst>
          <pc:docMk/>
          <pc:sldMk cId="2895120620" sldId="35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895120620" sldId="35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71" v="407" actId="2696"/>
        <pc:sldMkLst>
          <pc:docMk/>
          <pc:sldMk cId="3318969838" sldId="35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318969838" sldId="35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22" v="379" actId="2696"/>
        <pc:sldMkLst>
          <pc:docMk/>
          <pc:sldMk cId="3711914961" sldId="35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711914961" sldId="35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19" v="378" actId="2696"/>
        <pc:sldMkLst>
          <pc:docMk/>
          <pc:sldMk cId="1636013435" sldId="35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636013435" sldId="35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13" v="375" actId="2696"/>
        <pc:sldMkLst>
          <pc:docMk/>
          <pc:sldMk cId="4003716665" sldId="35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003716665" sldId="35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78" v="470" actId="2696"/>
        <pc:sldMkLst>
          <pc:docMk/>
          <pc:sldMk cId="743932264" sldId="36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743932264" sldId="36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01" v="426" actId="2696"/>
        <pc:sldMkLst>
          <pc:docMk/>
          <pc:sldMk cId="3029231875" sldId="36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029231875" sldId="36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23" v="442" actId="2696"/>
        <pc:sldMkLst>
          <pc:docMk/>
          <pc:sldMk cId="1533841033" sldId="36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533841033" sldId="36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74" v="409" actId="2696"/>
        <pc:sldMkLst>
          <pc:docMk/>
          <pc:sldMk cId="1336714739" sldId="36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336714739" sldId="36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44" v="460" actId="2696"/>
        <pc:sldMkLst>
          <pc:docMk/>
          <pc:sldMk cId="3345238072" sldId="36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345238072" sldId="36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81" v="472" actId="2696"/>
        <pc:sldMkLst>
          <pc:docMk/>
          <pc:sldMk cId="4099305380" sldId="36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099305380" sldId="36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99" v="328" actId="2696"/>
        <pc:sldMkLst>
          <pc:docMk/>
          <pc:sldMk cId="3780527693" sldId="36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780527693" sldId="36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28" v="339" actId="2696"/>
        <pc:sldMkLst>
          <pc:docMk/>
          <pc:sldMk cId="4270587180" sldId="36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270587180" sldId="36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99" v="369" actId="2696"/>
        <pc:sldMkLst>
          <pc:docMk/>
          <pc:sldMk cId="1214851140" sldId="36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14851140" sldId="36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37" v="455" actId="2696"/>
        <pc:sldMkLst>
          <pc:docMk/>
          <pc:sldMk cId="2085713374" sldId="36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085713374" sldId="36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21" v="441" actId="2696"/>
        <pc:sldMkLst>
          <pc:docMk/>
          <pc:sldMk cId="3855500988" sldId="37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855500988" sldId="37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72" v="469" actId="2696"/>
        <pc:sldMkLst>
          <pc:docMk/>
          <pc:sldMk cId="1164604400" sldId="37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164604400" sldId="37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33" v="341" actId="2696"/>
        <pc:sldMkLst>
          <pc:docMk/>
          <pc:sldMk cId="3374170500" sldId="37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374170500" sldId="37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83" v="415" actId="2696"/>
        <pc:sldMkLst>
          <pc:docMk/>
          <pc:sldMk cId="3707567089" sldId="37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707567089" sldId="37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47" v="463" actId="2696"/>
        <pc:sldMkLst>
          <pc:docMk/>
          <pc:sldMk cId="2335482256" sldId="37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335482256" sldId="37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08" v="431" actId="2696"/>
        <pc:sldMkLst>
          <pc:docMk/>
          <pc:sldMk cId="3262890158" sldId="37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262890158" sldId="37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06" v="430" actId="2696"/>
        <pc:sldMkLst>
          <pc:docMk/>
          <pc:sldMk cId="35454784" sldId="37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5454784" sldId="37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09" v="432" actId="2696"/>
        <pc:sldMkLst>
          <pc:docMk/>
          <pc:sldMk cId="1332436917" sldId="37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332436917" sldId="37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49" v="465" actId="2696"/>
        <pc:sldMkLst>
          <pc:docMk/>
          <pc:sldMk cId="4019624535" sldId="37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019624535" sldId="37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83" v="363" actId="2696"/>
        <pc:sldMkLst>
          <pc:docMk/>
          <pc:sldMk cId="738254706" sldId="37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738254706" sldId="37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28" v="446" actId="2696"/>
        <pc:sldMkLst>
          <pc:docMk/>
          <pc:sldMk cId="4157334068" sldId="38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157334068" sldId="38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96" v="368" actId="2696"/>
        <pc:sldMkLst>
          <pc:docMk/>
          <pc:sldMk cId="1316072981" sldId="38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316072981" sldId="38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96" v="327" actId="2696"/>
        <pc:sldMkLst>
          <pc:docMk/>
          <pc:sldMk cId="4066847802" sldId="38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066847802" sldId="38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04" v="428" actId="2696"/>
        <pc:sldMkLst>
          <pc:docMk/>
          <pc:sldMk cId="1723421297" sldId="38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723421297" sldId="38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09" v="331" actId="2696"/>
        <pc:sldMkLst>
          <pc:docMk/>
          <pc:sldMk cId="2143380325" sldId="38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143380325" sldId="38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38" v="387" actId="2696"/>
        <pc:sldMkLst>
          <pc:docMk/>
          <pc:sldMk cId="3970145245" sldId="38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970145245" sldId="38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32" v="450" actId="2696"/>
        <pc:sldMkLst>
          <pc:docMk/>
          <pc:sldMk cId="2990713255" sldId="38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990713255" sldId="38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36" v="454" actId="2696"/>
        <pc:sldMkLst>
          <pc:docMk/>
          <pc:sldMk cId="167229252" sldId="38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67229252" sldId="38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29" v="382" actId="2696"/>
        <pc:sldMkLst>
          <pc:docMk/>
          <pc:sldMk cId="317649324" sldId="38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17649324" sldId="38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04" v="371" actId="2696"/>
        <pc:sldMkLst>
          <pc:docMk/>
          <pc:sldMk cId="1200889425" sldId="38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00889425" sldId="38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15" v="376" actId="2696"/>
        <pc:sldMkLst>
          <pc:docMk/>
          <pc:sldMk cId="891591264" sldId="39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891591264" sldId="39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53" v="350" actId="2696"/>
        <pc:sldMkLst>
          <pc:docMk/>
          <pc:sldMk cId="2103220473" sldId="39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103220473" sldId="39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48" v="393" actId="2696"/>
        <pc:sldMkLst>
          <pc:docMk/>
          <pc:sldMk cId="1841137409" sldId="39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841137409" sldId="39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08" v="373" actId="2696"/>
        <pc:sldMkLst>
          <pc:docMk/>
          <pc:sldMk cId="635970389" sldId="39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635970389" sldId="39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40" v="388" actId="2696"/>
        <pc:sldMkLst>
          <pc:docMk/>
          <pc:sldMk cId="2040046900" sldId="39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040046900" sldId="39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80" v="413" actId="2696"/>
        <pc:sldMkLst>
          <pc:docMk/>
          <pc:sldMk cId="3451128647" sldId="39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451128647" sldId="39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31" v="449" actId="2696"/>
        <pc:sldMkLst>
          <pc:docMk/>
          <pc:sldMk cId="800712336" sldId="39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800712336" sldId="39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17" v="377" actId="2696"/>
        <pc:sldMkLst>
          <pc:docMk/>
          <pc:sldMk cId="3713000889" sldId="39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713000889" sldId="39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85" v="416" actId="2696"/>
        <pc:sldMkLst>
          <pc:docMk/>
          <pc:sldMk cId="972880581" sldId="39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972880581" sldId="39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93" v="326" actId="2696"/>
        <pc:sldMkLst>
          <pc:docMk/>
          <pc:sldMk cId="3291556623" sldId="39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291556623" sldId="39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73" v="359" actId="2696"/>
        <pc:sldMkLst>
          <pc:docMk/>
          <pc:sldMk cId="1589870837" sldId="40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589870837" sldId="40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65" v="468" actId="2696"/>
        <pc:sldMkLst>
          <pc:docMk/>
          <pc:sldMk cId="3302157405" sldId="40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302157405" sldId="40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19" v="439" actId="2696"/>
        <pc:sldMkLst>
          <pc:docMk/>
          <pc:sldMk cId="2548583451" sldId="40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548583451" sldId="40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22" v="337" actId="2696"/>
        <pc:sldMkLst>
          <pc:docMk/>
          <pc:sldMk cId="1797285240" sldId="40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797285240" sldId="40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02" v="329" actId="2696"/>
        <pc:sldMkLst>
          <pc:docMk/>
          <pc:sldMk cId="1696088867" sldId="40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696088867" sldId="40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45" v="461" actId="2696"/>
        <pc:sldMkLst>
          <pc:docMk/>
          <pc:sldMk cId="2546693237" sldId="40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546693237" sldId="40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79" v="412" actId="2696"/>
        <pc:sldMkLst>
          <pc:docMk/>
          <pc:sldMk cId="207448023" sldId="40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07448023" sldId="40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60" v="400" actId="2696"/>
        <pc:sldMkLst>
          <pc:docMk/>
          <pc:sldMk cId="357041251" sldId="40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57041251" sldId="40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33" v="451" actId="2696"/>
        <pc:sldMkLst>
          <pc:docMk/>
          <pc:sldMk cId="1272120323" sldId="40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72120323" sldId="40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11" v="433" actId="2696"/>
        <pc:sldMkLst>
          <pc:docMk/>
          <pc:sldMk cId="2020166967" sldId="40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020166967" sldId="40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41" v="344" actId="2696"/>
        <pc:sldMkLst>
          <pc:docMk/>
          <pc:sldMk cId="4268766974" sldId="41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268766974" sldId="41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14" v="435" actId="2696"/>
        <pc:sldMkLst>
          <pc:docMk/>
          <pc:sldMk cId="1203162120" sldId="41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03162120" sldId="41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45" v="391" actId="2696"/>
        <pc:sldMkLst>
          <pc:docMk/>
          <pc:sldMk cId="3642690535" sldId="41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642690535" sldId="41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57" v="398" actId="2696"/>
        <pc:sldMkLst>
          <pc:docMk/>
          <pc:sldMk cId="1195578134" sldId="41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195578134" sldId="41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25" v="444" actId="2696"/>
        <pc:sldMkLst>
          <pc:docMk/>
          <pc:sldMk cId="2767395336" sldId="41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767395336" sldId="41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34" v="452" actId="2696"/>
        <pc:sldMkLst>
          <pc:docMk/>
          <pc:sldMk cId="1513831002" sldId="41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513831002" sldId="41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86" v="323" actId="2696"/>
        <pc:sldMkLst>
          <pc:docMk/>
          <pc:sldMk cId="2768888855" sldId="41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768888855" sldId="41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29" v="447" actId="2696"/>
        <pc:sldMkLst>
          <pc:docMk/>
          <pc:sldMk cId="3839174227" sldId="41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839174227" sldId="41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92" v="420" actId="2696"/>
        <pc:sldMkLst>
          <pc:docMk/>
          <pc:sldMk cId="1285157653" sldId="41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85157653" sldId="41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43" v="390" actId="2696"/>
        <pc:sldMkLst>
          <pc:docMk/>
          <pc:sldMk cId="419077608" sldId="41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19077608" sldId="41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77" v="411" actId="2696"/>
        <pc:sldMkLst>
          <pc:docMk/>
          <pc:sldMk cId="2145994232" sldId="42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145994232" sldId="42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80" v="321" actId="2696"/>
        <pc:sldMkLst>
          <pc:docMk/>
          <pc:sldMk cId="561511658" sldId="42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561511658" sldId="42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48" v="464" actId="2696"/>
        <pc:sldMkLst>
          <pc:docMk/>
          <pc:sldMk cId="281431680" sldId="42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81431680" sldId="42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20" v="336" actId="2696"/>
        <pc:sldMkLst>
          <pc:docMk/>
          <pc:sldMk cId="1250327496" sldId="42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50327496" sldId="42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50" v="394" actId="2696"/>
        <pc:sldMkLst>
          <pc:docMk/>
          <pc:sldMk cId="2163458080" sldId="42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163458080" sldId="42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71" v="358" actId="2696"/>
        <pc:sldMkLst>
          <pc:docMk/>
          <pc:sldMk cId="3086000980" sldId="42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086000980" sldId="42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10" v="374" actId="2696"/>
        <pc:sldMkLst>
          <pc:docMk/>
          <pc:sldMk cId="4187191398" sldId="42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187191398" sldId="42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90" v="419" actId="2696"/>
        <pc:sldMkLst>
          <pc:docMk/>
          <pc:sldMk cId="1765341342" sldId="42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765341342" sldId="42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88" v="324" actId="2696"/>
        <pc:sldMkLst>
          <pc:docMk/>
          <pc:sldMk cId="2625887890" sldId="42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625887890" sldId="42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82" v="414" actId="2696"/>
        <pc:sldMkLst>
          <pc:docMk/>
          <pc:sldMk cId="1210962029" sldId="42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10962029" sldId="42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30" v="448" actId="2696"/>
        <pc:sldMkLst>
          <pc:docMk/>
          <pc:sldMk cId="134504629" sldId="43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34504629" sldId="43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65" v="403" actId="2696"/>
        <pc:sldMkLst>
          <pc:docMk/>
          <pc:sldMk cId="838793487" sldId="43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838793487" sldId="43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59" v="353" actId="2696"/>
        <pc:sldMkLst>
          <pc:docMk/>
          <pc:sldMk cId="2986351594" sldId="43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986351594" sldId="43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83" v="322" actId="2696"/>
        <pc:sldMkLst>
          <pc:docMk/>
          <pc:sldMk cId="468781089" sldId="43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68781089" sldId="43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57" v="352" actId="2696"/>
        <pc:sldMkLst>
          <pc:docMk/>
          <pc:sldMk cId="4065090653" sldId="43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065090653" sldId="43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35" v="453" actId="2696"/>
        <pc:sldMkLst>
          <pc:docMk/>
          <pc:sldMk cId="2417520787" sldId="43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417520787" sldId="43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66" v="356" actId="2696"/>
        <pc:sldMkLst>
          <pc:docMk/>
          <pc:sldMk cId="873354726" sldId="43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873354726" sldId="43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69" v="406" actId="2696"/>
        <pc:sldMkLst>
          <pc:docMk/>
          <pc:sldMk cId="3046298917" sldId="43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046298917" sldId="43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32" v="384" actId="2696"/>
        <pc:sldMkLst>
          <pc:docMk/>
          <pc:sldMk cId="139338806" sldId="43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39338806" sldId="43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53" v="396" actId="2696"/>
        <pc:sldMkLst>
          <pc:docMk/>
          <pc:sldMk cId="1614436941" sldId="43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614436941" sldId="43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61" v="401" actId="2696"/>
        <pc:sldMkLst>
          <pc:docMk/>
          <pc:sldMk cId="1845424810" sldId="44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845424810" sldId="44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66" v="404" actId="2696"/>
        <pc:sldMkLst>
          <pc:docMk/>
          <pc:sldMk cId="2139738804" sldId="44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139738804" sldId="44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05" v="429" actId="2696"/>
        <pc:sldMkLst>
          <pc:docMk/>
          <pc:sldMk cId="616731703" sldId="44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616731703" sldId="44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16" v="334" actId="2696"/>
        <pc:sldMkLst>
          <pc:docMk/>
          <pc:sldMk cId="1297058646" sldId="44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97058646" sldId="44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98" v="424" actId="2696"/>
        <pc:sldMkLst>
          <pc:docMk/>
          <pc:sldMk cId="2989282889" sldId="44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989282889" sldId="44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80" v="362" actId="2696"/>
        <pc:sldMkLst>
          <pc:docMk/>
          <pc:sldMk cId="3726349178" sldId="44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726349178" sldId="44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72" v="408" actId="2696"/>
        <pc:sldMkLst>
          <pc:docMk/>
          <pc:sldMk cId="3086587849" sldId="44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086587849" sldId="44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95" v="422" actId="2696"/>
        <pc:sldMkLst>
          <pc:docMk/>
          <pc:sldMk cId="1126095874" sldId="44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126095874" sldId="44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34" v="385" actId="2696"/>
        <pc:sldMkLst>
          <pc:docMk/>
          <pc:sldMk cId="2451961488" sldId="44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451961488" sldId="44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58" v="399" actId="2696"/>
        <pc:sldMkLst>
          <pc:docMk/>
          <pc:sldMk cId="3468078056" sldId="44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468078056" sldId="44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68" v="405" actId="2696"/>
        <pc:sldMkLst>
          <pc:docMk/>
          <pc:sldMk cId="1478087371" sldId="45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478087371" sldId="45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51" v="395" actId="2696"/>
        <pc:sldMkLst>
          <pc:docMk/>
          <pc:sldMk cId="3937677386" sldId="45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937677386" sldId="45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14" v="333" actId="2696"/>
        <pc:sldMkLst>
          <pc:docMk/>
          <pc:sldMk cId="3904420334" sldId="45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904420334" sldId="45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18" v="438" actId="2696"/>
        <pc:sldMkLst>
          <pc:docMk/>
          <pc:sldMk cId="666656038" sldId="45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666656038" sldId="45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59" v="467" actId="2696"/>
        <pc:sldMkLst>
          <pc:docMk/>
          <pc:sldMk cId="541908053" sldId="45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541908053" sldId="45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20" v="440" actId="2696"/>
        <pc:sldMkLst>
          <pc:docMk/>
          <pc:sldMk cId="1765821763" sldId="45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765821763" sldId="45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85" v="364" actId="2696"/>
        <pc:sldMkLst>
          <pc:docMk/>
          <pc:sldMk cId="2416596346" sldId="45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416596346" sldId="45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46" v="347" actId="2696"/>
        <pc:sldMkLst>
          <pc:docMk/>
          <pc:sldMk cId="2298095851" sldId="45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298095851" sldId="45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26" v="445" actId="2696"/>
        <pc:sldMkLst>
          <pc:docMk/>
          <pc:sldMk cId="1977972223" sldId="45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977972223" sldId="45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43" v="345" actId="2696"/>
        <pc:sldMkLst>
          <pc:docMk/>
          <pc:sldMk cId="2313186195" sldId="45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313186195" sldId="459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44" v="346" actId="2696"/>
        <pc:sldMkLst>
          <pc:docMk/>
          <pc:sldMk cId="931579791" sldId="460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931579791" sldId="460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46" v="392" actId="2696"/>
        <pc:sldMkLst>
          <pc:docMk/>
          <pc:sldMk cId="2112250715" sldId="461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112250715" sldId="461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42" v="389" actId="2696"/>
        <pc:sldMkLst>
          <pc:docMk/>
          <pc:sldMk cId="878406636" sldId="462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878406636" sldId="462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30" v="340" actId="2696"/>
        <pc:sldMkLst>
          <pc:docMk/>
          <pc:sldMk cId="563983908" sldId="463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563983908" sldId="463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18" v="335" actId="2696"/>
        <pc:sldMkLst>
          <pc:docMk/>
          <pc:sldMk cId="2592080202" sldId="464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2592080202" sldId="464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93" v="367" actId="2696"/>
        <pc:sldMkLst>
          <pc:docMk/>
          <pc:sldMk cId="1250070045" sldId="465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250070045" sldId="465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690" v="325" actId="2696"/>
        <pc:sldMkLst>
          <pc:docMk/>
          <pc:sldMk cId="447348825" sldId="466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47348825" sldId="466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747" v="348" actId="2696"/>
        <pc:sldMkLst>
          <pc:docMk/>
          <pc:sldMk cId="171043823" sldId="467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171043823" sldId="467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831" v="383" actId="2696"/>
        <pc:sldMkLst>
          <pc:docMk/>
          <pc:sldMk cId="3590829644" sldId="468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3590829644" sldId="468"/>
            <ac:spMk id="2" creationId="{40BB41E8-F905-D5FD-174A-A2BD8EFEDE29}"/>
          </ac:spMkLst>
        </pc:spChg>
      </pc:sldChg>
      <pc:sldChg chg="modSp del">
        <pc:chgData name="Ruben Wiersma" userId="3594b430-535d-41be-b63f-97edd20b26ce" providerId="ADAL" clId="{D24C0CE8-08A2-D34F-90EF-4CA5903F0327}" dt="2023-02-28T17:14:16.951" v="466" actId="2696"/>
        <pc:sldMkLst>
          <pc:docMk/>
          <pc:sldMk cId="4156764333" sldId="469"/>
        </pc:sldMkLst>
        <pc:spChg chg="mod">
          <ac:chgData name="Ruben Wiersma" userId="3594b430-535d-41be-b63f-97edd20b26ce" providerId="ADAL" clId="{D24C0CE8-08A2-D34F-90EF-4CA5903F0327}" dt="2023-02-28T17:10:31.889" v="288"/>
          <ac:spMkLst>
            <pc:docMk/>
            <pc:sldMk cId="4156764333" sldId="469"/>
            <ac:spMk id="2" creationId="{40BB41E8-F905-D5FD-174A-A2BD8EFEDE29}"/>
          </ac:spMkLst>
        </pc:spChg>
      </pc:sldChg>
      <pc:sldChg chg="addSp delSp modSp del">
        <pc:chgData name="Ruben Wiersma" userId="3594b430-535d-41be-b63f-97edd20b26ce" providerId="ADAL" clId="{D24C0CE8-08A2-D34F-90EF-4CA5903F0327}" dt="2023-02-28T17:14:16.633" v="316" actId="2696"/>
        <pc:sldMkLst>
          <pc:docMk/>
          <pc:sldMk cId="1718536564" sldId="470"/>
        </pc:sldMkLst>
        <pc:spChg chg="mod">
          <ac:chgData name="Ruben Wiersma" userId="3594b430-535d-41be-b63f-97edd20b26ce" providerId="ADAL" clId="{D24C0CE8-08A2-D34F-90EF-4CA5903F0327}" dt="2023-02-28T17:14:06.408" v="315"/>
          <ac:spMkLst>
            <pc:docMk/>
            <pc:sldMk cId="1718536564" sldId="470"/>
            <ac:spMk id="2" creationId="{40BB41E8-F905-D5FD-174A-A2BD8EFEDE29}"/>
          </ac:spMkLst>
        </pc:spChg>
        <pc:spChg chg="add del mod">
          <ac:chgData name="Ruben Wiersma" userId="3594b430-535d-41be-b63f-97edd20b26ce" providerId="ADAL" clId="{D24C0CE8-08A2-D34F-90EF-4CA5903F0327}" dt="2023-02-28T17:14:06.408" v="315"/>
          <ac:spMkLst>
            <pc:docMk/>
            <pc:sldMk cId="1718536564" sldId="470"/>
            <ac:spMk id="3" creationId="{7F6C331D-CEEE-2723-C069-66BD557A15D2}"/>
          </ac:spMkLst>
        </pc:spChg>
        <pc:spChg chg="add del mod">
          <ac:chgData name="Ruben Wiersma" userId="3594b430-535d-41be-b63f-97edd20b26ce" providerId="ADAL" clId="{D24C0CE8-08A2-D34F-90EF-4CA5903F0327}" dt="2023-02-28T17:14:06.408" v="315"/>
          <ac:spMkLst>
            <pc:docMk/>
            <pc:sldMk cId="1718536564" sldId="470"/>
            <ac:spMk id="4" creationId="{00A8191A-AA88-BC23-B995-2CAB1F95AF20}"/>
          </ac:spMkLst>
        </pc:spChg>
        <pc:spChg chg="mod">
          <ac:chgData name="Ruben Wiersma" userId="3594b430-535d-41be-b63f-97edd20b26ce" providerId="ADAL" clId="{D24C0CE8-08A2-D34F-90EF-4CA5903F0327}" dt="2023-02-28T17:14:06.408" v="315"/>
          <ac:spMkLst>
            <pc:docMk/>
            <pc:sldMk cId="1718536564" sldId="470"/>
            <ac:spMk id="5" creationId="{15352D46-9882-E589-F867-9BB95C9FD244}"/>
          </ac:spMkLst>
        </pc:spChg>
        <pc:spChg chg="add mod">
          <ac:chgData name="Ruben Wiersma" userId="3594b430-535d-41be-b63f-97edd20b26ce" providerId="ADAL" clId="{D24C0CE8-08A2-D34F-90EF-4CA5903F0327}" dt="2023-02-28T17:14:06.408" v="315"/>
          <ac:spMkLst>
            <pc:docMk/>
            <pc:sldMk cId="1718536564" sldId="470"/>
            <ac:spMk id="12" creationId="{F95E8449-6EBC-68DE-CB5B-11F07AD07BDF}"/>
          </ac:spMkLst>
        </pc:spChg>
      </pc:sldChg>
      <pc:sldChg chg="addSp delSp modSp mod">
        <pc:chgData name="Ruben Wiersma" userId="3594b430-535d-41be-b63f-97edd20b26ce" providerId="ADAL" clId="{D24C0CE8-08A2-D34F-90EF-4CA5903F0327}" dt="2023-03-03T12:51:02.810" v="3612"/>
        <pc:sldMkLst>
          <pc:docMk/>
          <pc:sldMk cId="3718041423" sldId="471"/>
        </pc:sldMkLst>
        <pc:spChg chg="mod">
          <ac:chgData name="Ruben Wiersma" userId="3594b430-535d-41be-b63f-97edd20b26ce" providerId="ADAL" clId="{D24C0CE8-08A2-D34F-90EF-4CA5903F0327}" dt="2023-02-28T17:48:42.923" v="2294" actId="20577"/>
          <ac:spMkLst>
            <pc:docMk/>
            <pc:sldMk cId="3718041423" sldId="471"/>
            <ac:spMk id="2" creationId="{40BB41E8-F905-D5FD-174A-A2BD8EFEDE29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718041423" sldId="471"/>
            <ac:spMk id="3" creationId="{3D4EE6D7-5C10-CBE1-74A4-409A3A8F5755}"/>
          </ac:spMkLst>
        </pc:spChg>
        <pc:spChg chg="add mod">
          <ac:chgData name="Ruben Wiersma" userId="3594b430-535d-41be-b63f-97edd20b26ce" providerId="ADAL" clId="{D24C0CE8-08A2-D34F-90EF-4CA5903F0327}" dt="2023-03-03T12:51:02.810" v="3612"/>
          <ac:spMkLst>
            <pc:docMk/>
            <pc:sldMk cId="3718041423" sldId="471"/>
            <ac:spMk id="3" creationId="{4C397265-E5C9-1235-8C80-1E9B9B40598E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3718041423" sldId="471"/>
            <ac:spMk id="4" creationId="{3C0C7CCE-2712-1C6F-38CE-F64E6C1C2E31}"/>
          </ac:spMkLst>
        </pc:spChg>
        <pc:spChg chg="mod">
          <ac:chgData name="Ruben Wiersma" userId="3594b430-535d-41be-b63f-97edd20b26ce" providerId="ADAL" clId="{D24C0CE8-08A2-D34F-90EF-4CA5903F0327}" dt="2023-02-28T17:23:51.447" v="848"/>
          <ac:spMkLst>
            <pc:docMk/>
            <pc:sldMk cId="3718041423" sldId="471"/>
            <ac:spMk id="5" creationId="{15352D46-9882-E589-F867-9BB95C9FD244}"/>
          </ac:spMkLst>
        </pc:spChg>
        <pc:spChg chg="add del mod">
          <ac:chgData name="Ruben Wiersma" userId="3594b430-535d-41be-b63f-97edd20b26ce" providerId="ADAL" clId="{D24C0CE8-08A2-D34F-90EF-4CA5903F0327}" dt="2023-02-28T17:42:42.991" v="1566" actId="478"/>
          <ac:spMkLst>
            <pc:docMk/>
            <pc:sldMk cId="3718041423" sldId="471"/>
            <ac:spMk id="12" creationId="{CB2DBC61-BDFF-A1F9-C172-2E9D498B04BE}"/>
          </ac:spMkLst>
        </pc:spChg>
      </pc:sldChg>
      <pc:sldChg chg="addSp delSp modSp del mod">
        <pc:chgData name="Ruben Wiersma" userId="3594b430-535d-41be-b63f-97edd20b26ce" providerId="ADAL" clId="{D24C0CE8-08A2-D34F-90EF-4CA5903F0327}" dt="2023-02-28T17:37:13.627" v="1350" actId="2696"/>
        <pc:sldMkLst>
          <pc:docMk/>
          <pc:sldMk cId="912504697" sldId="472"/>
        </pc:sldMkLst>
        <pc:spChg chg="mod">
          <ac:chgData name="Ruben Wiersma" userId="3594b430-535d-41be-b63f-97edd20b26ce" providerId="ADAL" clId="{D24C0CE8-08A2-D34F-90EF-4CA5903F0327}" dt="2023-02-28T17:31:05.122" v="963"/>
          <ac:spMkLst>
            <pc:docMk/>
            <pc:sldMk cId="912504697" sldId="472"/>
            <ac:spMk id="2" creationId="{74D8722A-B1EE-5102-F389-39A703052A1E}"/>
          </ac:spMkLst>
        </pc:spChg>
        <pc:spChg chg="del mod">
          <ac:chgData name="Ruben Wiersma" userId="3594b430-535d-41be-b63f-97edd20b26ce" providerId="ADAL" clId="{D24C0CE8-08A2-D34F-90EF-4CA5903F0327}" dt="2023-02-28T17:30:23.569" v="960" actId="478"/>
          <ac:spMkLst>
            <pc:docMk/>
            <pc:sldMk cId="912504697" sldId="472"/>
            <ac:spMk id="3" creationId="{D40B9326-6A88-7D93-C538-E19A75E17060}"/>
          </ac:spMkLst>
        </pc:spChg>
        <pc:spChg chg="add del mod">
          <ac:chgData name="Ruben Wiersma" userId="3594b430-535d-41be-b63f-97edd20b26ce" providerId="ADAL" clId="{D24C0CE8-08A2-D34F-90EF-4CA5903F0327}" dt="2023-02-28T17:23:41.802" v="847"/>
          <ac:spMkLst>
            <pc:docMk/>
            <pc:sldMk cId="912504697" sldId="472"/>
            <ac:spMk id="4" creationId="{1010DFF4-4EC1-0179-F7A8-66B97BC036F2}"/>
          </ac:spMkLst>
        </pc:spChg>
        <pc:spChg chg="mod">
          <ac:chgData name="Ruben Wiersma" userId="3594b430-535d-41be-b63f-97edd20b26ce" providerId="ADAL" clId="{D24C0CE8-08A2-D34F-90EF-4CA5903F0327}" dt="2023-02-28T17:31:05.122" v="963"/>
          <ac:spMkLst>
            <pc:docMk/>
            <pc:sldMk cId="912504697" sldId="472"/>
            <ac:spMk id="5" creationId="{7051396B-524F-4A12-5FA8-689D15F48BFD}"/>
          </ac:spMkLst>
        </pc:spChg>
        <pc:spChg chg="add del mod">
          <ac:chgData name="Ruben Wiersma" userId="3594b430-535d-41be-b63f-97edd20b26ce" providerId="ADAL" clId="{D24C0CE8-08A2-D34F-90EF-4CA5903F0327}" dt="2023-02-28T17:23:41.802" v="847"/>
          <ac:spMkLst>
            <pc:docMk/>
            <pc:sldMk cId="912504697" sldId="472"/>
            <ac:spMk id="6" creationId="{B1F0A1D5-9D50-D6FE-731A-6F2BE8142D0B}"/>
          </ac:spMkLst>
        </pc:spChg>
        <pc:spChg chg="add del mod">
          <ac:chgData name="Ruben Wiersma" userId="3594b430-535d-41be-b63f-97edd20b26ce" providerId="ADAL" clId="{D24C0CE8-08A2-D34F-90EF-4CA5903F0327}" dt="2023-02-28T17:23:41.802" v="847"/>
          <ac:spMkLst>
            <pc:docMk/>
            <pc:sldMk cId="912504697" sldId="472"/>
            <ac:spMk id="8" creationId="{8EA6DD15-14F6-3023-DC83-E00CF8CA7EF5}"/>
          </ac:spMkLst>
        </pc:spChg>
        <pc:spChg chg="add del mod">
          <ac:chgData name="Ruben Wiersma" userId="3594b430-535d-41be-b63f-97edd20b26ce" providerId="ADAL" clId="{D24C0CE8-08A2-D34F-90EF-4CA5903F0327}" dt="2023-02-28T17:23:41.802" v="847"/>
          <ac:spMkLst>
            <pc:docMk/>
            <pc:sldMk cId="912504697" sldId="472"/>
            <ac:spMk id="10" creationId="{21E75797-A468-7D91-63FE-D9DCBDDE9F5D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912504697" sldId="472"/>
            <ac:spMk id="11" creationId="{A6AD8491-E6A2-1B04-40BA-CA7F028385D1}"/>
          </ac:spMkLst>
        </pc:spChg>
        <pc:spChg chg="del">
          <ac:chgData name="Ruben Wiersma" userId="3594b430-535d-41be-b63f-97edd20b26ce" providerId="ADAL" clId="{D24C0CE8-08A2-D34F-90EF-4CA5903F0327}" dt="2023-02-28T17:12:41.391" v="305" actId="478"/>
          <ac:spMkLst>
            <pc:docMk/>
            <pc:sldMk cId="912504697" sldId="472"/>
            <ac:spMk id="12" creationId="{F899EA7A-8844-38C0-84EE-B4F58946D268}"/>
          </ac:spMkLst>
        </pc:spChg>
        <pc:spChg chg="del">
          <ac:chgData name="Ruben Wiersma" userId="3594b430-535d-41be-b63f-97edd20b26ce" providerId="ADAL" clId="{D24C0CE8-08A2-D34F-90EF-4CA5903F0327}" dt="2023-02-28T17:12:41.391" v="305" actId="478"/>
          <ac:spMkLst>
            <pc:docMk/>
            <pc:sldMk cId="912504697" sldId="472"/>
            <ac:spMk id="13" creationId="{C31F929E-B2B2-01E5-078A-F44CA53F104F}"/>
          </ac:spMkLst>
        </pc:spChg>
        <pc:spChg chg="mod">
          <ac:chgData name="Ruben Wiersma" userId="3594b430-535d-41be-b63f-97edd20b26ce" providerId="ADAL" clId="{D24C0CE8-08A2-D34F-90EF-4CA5903F0327}" dt="2023-02-28T17:31:44.893" v="1103" actId="20577"/>
          <ac:spMkLst>
            <pc:docMk/>
            <pc:sldMk cId="912504697" sldId="472"/>
            <ac:spMk id="14" creationId="{60933D29-D941-A3DC-FC98-1B9C4F3D6DB8}"/>
          </ac:spMkLst>
        </pc:spChg>
        <pc:spChg chg="del">
          <ac:chgData name="Ruben Wiersma" userId="3594b430-535d-41be-b63f-97edd20b26ce" providerId="ADAL" clId="{D24C0CE8-08A2-D34F-90EF-4CA5903F0327}" dt="2023-02-28T17:12:46.848" v="308" actId="478"/>
          <ac:spMkLst>
            <pc:docMk/>
            <pc:sldMk cId="912504697" sldId="472"/>
            <ac:spMk id="15" creationId="{0A38A243-A00E-9223-FBCA-DC73DD0A7F75}"/>
          </ac:spMkLst>
        </pc:spChg>
        <pc:spChg chg="del">
          <ac:chgData name="Ruben Wiersma" userId="3594b430-535d-41be-b63f-97edd20b26ce" providerId="ADAL" clId="{D24C0CE8-08A2-D34F-90EF-4CA5903F0327}" dt="2023-02-28T17:12:43.711" v="306" actId="478"/>
          <ac:spMkLst>
            <pc:docMk/>
            <pc:sldMk cId="912504697" sldId="472"/>
            <ac:spMk id="16" creationId="{0177CBA7-CEEF-FEA5-177A-AD0F9E6C5000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912504697" sldId="472"/>
            <ac:spMk id="17" creationId="{EAEE15C1-F4BB-CBDC-0AF7-C6089BA3B52A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912504697" sldId="472"/>
            <ac:spMk id="18" creationId="{495D2813-304E-9C1D-CD36-ED0526D63A4F}"/>
          </ac:spMkLst>
        </pc:spChg>
        <pc:spChg chg="add del mod">
          <ac:chgData name="Ruben Wiersma" userId="3594b430-535d-41be-b63f-97edd20b26ce" providerId="ADAL" clId="{D24C0CE8-08A2-D34F-90EF-4CA5903F0327}" dt="2023-02-28T17:23:51.447" v="848"/>
          <ac:spMkLst>
            <pc:docMk/>
            <pc:sldMk cId="912504697" sldId="472"/>
            <ac:spMk id="19" creationId="{5AAFA928-2C18-5998-E6AB-C36BC51A093F}"/>
          </ac:spMkLst>
        </pc:spChg>
        <pc:spChg chg="add del mod">
          <ac:chgData name="Ruben Wiersma" userId="3594b430-535d-41be-b63f-97edd20b26ce" providerId="ADAL" clId="{D24C0CE8-08A2-D34F-90EF-4CA5903F0327}" dt="2023-02-28T17:30:18.136" v="946"/>
          <ac:spMkLst>
            <pc:docMk/>
            <pc:sldMk cId="912504697" sldId="472"/>
            <ac:spMk id="20" creationId="{75CBFF73-263A-FC5A-7D47-DB5F3AFFB9C8}"/>
          </ac:spMkLst>
        </pc:spChg>
        <pc:spChg chg="add del mod">
          <ac:chgData name="Ruben Wiersma" userId="3594b430-535d-41be-b63f-97edd20b26ce" providerId="ADAL" clId="{D24C0CE8-08A2-D34F-90EF-4CA5903F0327}" dt="2023-02-28T17:30:18.136" v="946"/>
          <ac:spMkLst>
            <pc:docMk/>
            <pc:sldMk cId="912504697" sldId="472"/>
            <ac:spMk id="21" creationId="{9E0E8943-203A-7A79-2983-BE22AE141D7A}"/>
          </ac:spMkLst>
        </pc:spChg>
        <pc:spChg chg="add del mod">
          <ac:chgData name="Ruben Wiersma" userId="3594b430-535d-41be-b63f-97edd20b26ce" providerId="ADAL" clId="{D24C0CE8-08A2-D34F-90EF-4CA5903F0327}" dt="2023-02-28T17:30:18.136" v="946"/>
          <ac:spMkLst>
            <pc:docMk/>
            <pc:sldMk cId="912504697" sldId="472"/>
            <ac:spMk id="22" creationId="{07BB7F49-5F1D-C631-5363-B3D13190F7E8}"/>
          </ac:spMkLst>
        </pc:spChg>
        <pc:spChg chg="add del mod">
          <ac:chgData name="Ruben Wiersma" userId="3594b430-535d-41be-b63f-97edd20b26ce" providerId="ADAL" clId="{D24C0CE8-08A2-D34F-90EF-4CA5903F0327}" dt="2023-02-28T17:30:18.136" v="946"/>
          <ac:spMkLst>
            <pc:docMk/>
            <pc:sldMk cId="912504697" sldId="472"/>
            <ac:spMk id="23" creationId="{1F73036B-FD43-1285-715E-C18C78579FE2}"/>
          </ac:spMkLst>
        </pc:spChg>
        <pc:spChg chg="add del mod">
          <ac:chgData name="Ruben Wiersma" userId="3594b430-535d-41be-b63f-97edd20b26ce" providerId="ADAL" clId="{D24C0CE8-08A2-D34F-90EF-4CA5903F0327}" dt="2023-02-28T17:30:30.741" v="962" actId="478"/>
          <ac:spMkLst>
            <pc:docMk/>
            <pc:sldMk cId="912504697" sldId="472"/>
            <ac:spMk id="25" creationId="{4E2C5B03-56DF-59A9-37AA-AE933A7D9D24}"/>
          </ac:spMkLst>
        </pc:spChg>
        <pc:spChg chg="add del mod">
          <ac:chgData name="Ruben Wiersma" userId="3594b430-535d-41be-b63f-97edd20b26ce" providerId="ADAL" clId="{D24C0CE8-08A2-D34F-90EF-4CA5903F0327}" dt="2023-02-28T17:31:05.122" v="963"/>
          <ac:spMkLst>
            <pc:docMk/>
            <pc:sldMk cId="912504697" sldId="472"/>
            <ac:spMk id="26" creationId="{696929CA-9C8B-4124-FB1E-23FC279DAA5D}"/>
          </ac:spMkLst>
        </pc:spChg>
        <pc:spChg chg="add del mod">
          <ac:chgData name="Ruben Wiersma" userId="3594b430-535d-41be-b63f-97edd20b26ce" providerId="ADAL" clId="{D24C0CE8-08A2-D34F-90EF-4CA5903F0327}" dt="2023-02-28T17:31:05.122" v="963"/>
          <ac:spMkLst>
            <pc:docMk/>
            <pc:sldMk cId="912504697" sldId="472"/>
            <ac:spMk id="27" creationId="{8A0EFF93-1B9D-058F-ED85-A582237D4AED}"/>
          </ac:spMkLst>
        </pc:spChg>
        <pc:spChg chg="add del mod">
          <ac:chgData name="Ruben Wiersma" userId="3594b430-535d-41be-b63f-97edd20b26ce" providerId="ADAL" clId="{D24C0CE8-08A2-D34F-90EF-4CA5903F0327}" dt="2023-02-28T17:31:05.122" v="963"/>
          <ac:spMkLst>
            <pc:docMk/>
            <pc:sldMk cId="912504697" sldId="472"/>
            <ac:spMk id="28" creationId="{AC1AB872-E387-3A4C-8F90-209F87A1DC34}"/>
          </ac:spMkLst>
        </pc:spChg>
        <pc:spChg chg="add del mod">
          <ac:chgData name="Ruben Wiersma" userId="3594b430-535d-41be-b63f-97edd20b26ce" providerId="ADAL" clId="{D24C0CE8-08A2-D34F-90EF-4CA5903F0327}" dt="2023-02-28T17:35:16.685" v="1329" actId="478"/>
          <ac:spMkLst>
            <pc:docMk/>
            <pc:sldMk cId="912504697" sldId="472"/>
            <ac:spMk id="29" creationId="{AF68FC2D-DDAB-1A0B-351A-79FF0FCDE444}"/>
          </ac:spMkLst>
        </pc:spChg>
        <pc:spChg chg="add mod">
          <ac:chgData name="Ruben Wiersma" userId="3594b430-535d-41be-b63f-97edd20b26ce" providerId="ADAL" clId="{D24C0CE8-08A2-D34F-90EF-4CA5903F0327}" dt="2023-02-28T17:35:16.685" v="1329" actId="478"/>
          <ac:spMkLst>
            <pc:docMk/>
            <pc:sldMk cId="912504697" sldId="472"/>
            <ac:spMk id="31" creationId="{0DBCCE64-1E9E-5C34-7FBB-ED80BBE43902}"/>
          </ac:spMkLst>
        </pc:spChg>
        <pc:picChg chg="del">
          <ac:chgData name="Ruben Wiersma" userId="3594b430-535d-41be-b63f-97edd20b26ce" providerId="ADAL" clId="{D24C0CE8-08A2-D34F-90EF-4CA5903F0327}" dt="2023-02-28T17:12:46.848" v="308" actId="478"/>
          <ac:picMkLst>
            <pc:docMk/>
            <pc:sldMk cId="912504697" sldId="472"/>
            <ac:picMk id="7" creationId="{58DAB718-443A-D3CE-5876-26CFADD1EC2B}"/>
          </ac:picMkLst>
        </pc:picChg>
        <pc:picChg chg="del">
          <ac:chgData name="Ruben Wiersma" userId="3594b430-535d-41be-b63f-97edd20b26ce" providerId="ADAL" clId="{D24C0CE8-08A2-D34F-90EF-4CA5903F0327}" dt="2023-02-28T17:12:45.505" v="307" actId="478"/>
          <ac:picMkLst>
            <pc:docMk/>
            <pc:sldMk cId="912504697" sldId="472"/>
            <ac:picMk id="9" creationId="{81E85593-5B8E-EC1C-3BE3-C9B9CB16E3A3}"/>
          </ac:picMkLst>
        </pc:picChg>
      </pc:sldChg>
      <pc:sldChg chg="new del">
        <pc:chgData name="Ruben Wiersma" userId="3594b430-535d-41be-b63f-97edd20b26ce" providerId="ADAL" clId="{D24C0CE8-08A2-D34F-90EF-4CA5903F0327}" dt="2023-02-28T17:39:06.021" v="1527" actId="2696"/>
        <pc:sldMkLst>
          <pc:docMk/>
          <pc:sldMk cId="153449238" sldId="473"/>
        </pc:sldMkLst>
      </pc:sldChg>
      <pc:sldChg chg="addSp delSp modSp new mod">
        <pc:chgData name="Ruben Wiersma" userId="3594b430-535d-41be-b63f-97edd20b26ce" providerId="ADAL" clId="{D24C0CE8-08A2-D34F-90EF-4CA5903F0327}" dt="2023-03-03T12:50:15.221" v="3607" actId="478"/>
        <pc:sldMkLst>
          <pc:docMk/>
          <pc:sldMk cId="92552288" sldId="474"/>
        </pc:sldMkLst>
        <pc:spChg chg="mod">
          <ac:chgData name="Ruben Wiersma" userId="3594b430-535d-41be-b63f-97edd20b26ce" providerId="ADAL" clId="{D24C0CE8-08A2-D34F-90EF-4CA5903F0327}" dt="2023-02-28T17:37:24.513" v="1365" actId="20577"/>
          <ac:spMkLst>
            <pc:docMk/>
            <pc:sldMk cId="92552288" sldId="474"/>
            <ac:spMk id="2" creationId="{D415EDB2-05DF-8A45-A563-F104389C4F37}"/>
          </ac:spMkLst>
        </pc:spChg>
        <pc:spChg chg="add del">
          <ac:chgData name="Ruben Wiersma" userId="3594b430-535d-41be-b63f-97edd20b26ce" providerId="ADAL" clId="{D24C0CE8-08A2-D34F-90EF-4CA5903F0327}" dt="2023-03-03T12:50:15.221" v="3607" actId="478"/>
          <ac:spMkLst>
            <pc:docMk/>
            <pc:sldMk cId="92552288" sldId="474"/>
            <ac:spMk id="4" creationId="{57167EA6-9C51-055D-F937-2AFCC1A9A861}"/>
          </ac:spMkLst>
        </pc:spChg>
        <pc:spChg chg="add del mod">
          <ac:chgData name="Ruben Wiersma" userId="3594b430-535d-41be-b63f-97edd20b26ce" providerId="ADAL" clId="{D24C0CE8-08A2-D34F-90EF-4CA5903F0327}" dt="2023-03-02T13:28:36.626" v="2921" actId="478"/>
          <ac:spMkLst>
            <pc:docMk/>
            <pc:sldMk cId="92552288" sldId="474"/>
            <ac:spMk id="5" creationId="{783C0B2E-BE4A-50F1-39D5-6E8E34A24066}"/>
          </ac:spMkLst>
        </pc:spChg>
      </pc:sldChg>
      <pc:sldChg chg="modSp new mod modClrScheme chgLayout">
        <pc:chgData name="Ruben Wiersma" userId="3594b430-535d-41be-b63f-97edd20b26ce" providerId="ADAL" clId="{D24C0CE8-08A2-D34F-90EF-4CA5903F0327}" dt="2023-02-28T17:39:57.009" v="1545" actId="700"/>
        <pc:sldMkLst>
          <pc:docMk/>
          <pc:sldMk cId="2441313709" sldId="475"/>
        </pc:sldMkLst>
        <pc:spChg chg="mod ord">
          <ac:chgData name="Ruben Wiersma" userId="3594b430-535d-41be-b63f-97edd20b26ce" providerId="ADAL" clId="{D24C0CE8-08A2-D34F-90EF-4CA5903F0327}" dt="2023-02-28T17:39:57.009" v="1545" actId="700"/>
          <ac:spMkLst>
            <pc:docMk/>
            <pc:sldMk cId="2441313709" sldId="475"/>
            <ac:spMk id="2" creationId="{FC581525-91CC-0556-95C2-10A26D80A7EF}"/>
          </ac:spMkLst>
        </pc:spChg>
        <pc:spChg chg="mod ord">
          <ac:chgData name="Ruben Wiersma" userId="3594b430-535d-41be-b63f-97edd20b26ce" providerId="ADAL" clId="{D24C0CE8-08A2-D34F-90EF-4CA5903F0327}" dt="2023-02-28T17:39:57.009" v="1545" actId="700"/>
          <ac:spMkLst>
            <pc:docMk/>
            <pc:sldMk cId="2441313709" sldId="475"/>
            <ac:spMk id="3" creationId="{29C1B469-F0B1-AE54-9D4C-CF799BFDA79D}"/>
          </ac:spMkLst>
        </pc:spChg>
        <pc:spChg chg="mod ord">
          <ac:chgData name="Ruben Wiersma" userId="3594b430-535d-41be-b63f-97edd20b26ce" providerId="ADAL" clId="{D24C0CE8-08A2-D34F-90EF-4CA5903F0327}" dt="2023-02-28T17:39:57.009" v="1545" actId="700"/>
          <ac:spMkLst>
            <pc:docMk/>
            <pc:sldMk cId="2441313709" sldId="475"/>
            <ac:spMk id="4" creationId="{7FA07827-9E18-CE3C-176A-4A6E3892668A}"/>
          </ac:spMkLst>
        </pc:spChg>
      </pc:sldChg>
      <pc:sldChg chg="modSp new del mod">
        <pc:chgData name="Ruben Wiersma" userId="3594b430-535d-41be-b63f-97edd20b26ce" providerId="ADAL" clId="{D24C0CE8-08A2-D34F-90EF-4CA5903F0327}" dt="2023-02-28T17:37:45.044" v="1394" actId="2696"/>
        <pc:sldMkLst>
          <pc:docMk/>
          <pc:sldMk cId="45221928" sldId="476"/>
        </pc:sldMkLst>
        <pc:spChg chg="mod">
          <ac:chgData name="Ruben Wiersma" userId="3594b430-535d-41be-b63f-97edd20b26ce" providerId="ADAL" clId="{D24C0CE8-08A2-D34F-90EF-4CA5903F0327}" dt="2023-02-28T17:37:43.399" v="1393" actId="20577"/>
          <ac:spMkLst>
            <pc:docMk/>
            <pc:sldMk cId="45221928" sldId="476"/>
            <ac:spMk id="2" creationId="{D0286B27-2B53-C827-2D04-91568A6A2667}"/>
          </ac:spMkLst>
        </pc:spChg>
      </pc:sldChg>
      <pc:sldChg chg="modSp new mod modAnim">
        <pc:chgData name="Ruben Wiersma" userId="3594b430-535d-41be-b63f-97edd20b26ce" providerId="ADAL" clId="{D24C0CE8-08A2-D34F-90EF-4CA5903F0327}" dt="2023-02-28T18:27:58.649" v="2761" actId="20577"/>
        <pc:sldMkLst>
          <pc:docMk/>
          <pc:sldMk cId="3478335652" sldId="476"/>
        </pc:sldMkLst>
        <pc:spChg chg="mod">
          <ac:chgData name="Ruben Wiersma" userId="3594b430-535d-41be-b63f-97edd20b26ce" providerId="ADAL" clId="{D24C0CE8-08A2-D34F-90EF-4CA5903F0327}" dt="2023-02-28T18:27:58.649" v="2761" actId="20577"/>
          <ac:spMkLst>
            <pc:docMk/>
            <pc:sldMk cId="3478335652" sldId="476"/>
            <ac:spMk id="2" creationId="{3481D283-42C0-7BFD-C452-662466613EEA}"/>
          </ac:spMkLst>
        </pc:spChg>
        <pc:spChg chg="mod">
          <ac:chgData name="Ruben Wiersma" userId="3594b430-535d-41be-b63f-97edd20b26ce" providerId="ADAL" clId="{D24C0CE8-08A2-D34F-90EF-4CA5903F0327}" dt="2023-02-28T17:45:52.631" v="2078" actId="20577"/>
          <ac:spMkLst>
            <pc:docMk/>
            <pc:sldMk cId="3478335652" sldId="476"/>
            <ac:spMk id="3" creationId="{DF2036B0-A787-61AA-ACCA-0354A3995301}"/>
          </ac:spMkLst>
        </pc:spChg>
        <pc:spChg chg="mod">
          <ac:chgData name="Ruben Wiersma" userId="3594b430-535d-41be-b63f-97edd20b26ce" providerId="ADAL" clId="{D24C0CE8-08A2-D34F-90EF-4CA5903F0327}" dt="2023-02-28T17:43:48.853" v="1584" actId="20577"/>
          <ac:spMkLst>
            <pc:docMk/>
            <pc:sldMk cId="3478335652" sldId="476"/>
            <ac:spMk id="5" creationId="{E0115476-CC2F-1130-1710-EF67168848B4}"/>
          </ac:spMkLst>
        </pc:spChg>
      </pc:sldChg>
      <pc:sldChg chg="modSp add mod">
        <pc:chgData name="Ruben Wiersma" userId="3594b430-535d-41be-b63f-97edd20b26ce" providerId="ADAL" clId="{D24C0CE8-08A2-D34F-90EF-4CA5903F0327}" dt="2023-02-28T17:47:45.468" v="2175" actId="20577"/>
        <pc:sldMkLst>
          <pc:docMk/>
          <pc:sldMk cId="362739994" sldId="477"/>
        </pc:sldMkLst>
        <pc:spChg chg="mod">
          <ac:chgData name="Ruben Wiersma" userId="3594b430-535d-41be-b63f-97edd20b26ce" providerId="ADAL" clId="{D24C0CE8-08A2-D34F-90EF-4CA5903F0327}" dt="2023-02-28T17:47:45.468" v="2175" actId="20577"/>
          <ac:spMkLst>
            <pc:docMk/>
            <pc:sldMk cId="362739994" sldId="477"/>
            <ac:spMk id="9" creationId="{B27B0A80-C31A-9DD4-2170-2F7C6ACD30A5}"/>
          </ac:spMkLst>
        </pc:spChg>
      </pc:sldChg>
      <pc:sldChg chg="addSp delSp modSp new mod setBg modClrScheme chgLayout">
        <pc:chgData name="Ruben Wiersma" userId="3594b430-535d-41be-b63f-97edd20b26ce" providerId="ADAL" clId="{D24C0CE8-08A2-D34F-90EF-4CA5903F0327}" dt="2023-03-03T12:50:24.867" v="3608" actId="478"/>
        <pc:sldMkLst>
          <pc:docMk/>
          <pc:sldMk cId="438105133" sldId="478"/>
        </pc:sldMkLst>
        <pc:spChg chg="del mod ord">
          <ac:chgData name="Ruben Wiersma" userId="3594b430-535d-41be-b63f-97edd20b26ce" providerId="ADAL" clId="{D24C0CE8-08A2-D34F-90EF-4CA5903F0327}" dt="2023-02-28T17:47:56.836" v="2177" actId="700"/>
          <ac:spMkLst>
            <pc:docMk/>
            <pc:sldMk cId="438105133" sldId="478"/>
            <ac:spMk id="2" creationId="{9CDAB08B-EBC6-693A-E9BE-3C54BFD0BD62}"/>
          </ac:spMkLst>
        </pc:spChg>
        <pc:spChg chg="add del mod">
          <ac:chgData name="Ruben Wiersma" userId="3594b430-535d-41be-b63f-97edd20b26ce" providerId="ADAL" clId="{D24C0CE8-08A2-D34F-90EF-4CA5903F0327}" dt="2023-02-28T18:22:05.653" v="2536"/>
          <ac:spMkLst>
            <pc:docMk/>
            <pc:sldMk cId="438105133" sldId="478"/>
            <ac:spMk id="2" creationId="{E84E5456-8C78-9A3E-10D1-45702382AFCD}"/>
          </ac:spMkLst>
        </pc:spChg>
        <pc:spChg chg="mod ord">
          <ac:chgData name="Ruben Wiersma" userId="3594b430-535d-41be-b63f-97edd20b26ce" providerId="ADAL" clId="{D24C0CE8-08A2-D34F-90EF-4CA5903F0327}" dt="2023-02-28T18:24:09.980" v="2554" actId="700"/>
          <ac:spMkLst>
            <pc:docMk/>
            <pc:sldMk cId="438105133" sldId="478"/>
            <ac:spMk id="3" creationId="{28979B11-2964-D5BD-8D35-A976703EAB69}"/>
          </ac:spMkLst>
        </pc:spChg>
        <pc:spChg chg="del mod ord">
          <ac:chgData name="Ruben Wiersma" userId="3594b430-535d-41be-b63f-97edd20b26ce" providerId="ADAL" clId="{D24C0CE8-08A2-D34F-90EF-4CA5903F0327}" dt="2023-03-03T12:50:24.867" v="3608" actId="478"/>
          <ac:spMkLst>
            <pc:docMk/>
            <pc:sldMk cId="438105133" sldId="478"/>
            <ac:spMk id="4" creationId="{EFE32613-294E-5D02-D4F2-D3AE58BF4D71}"/>
          </ac:spMkLst>
        </pc:spChg>
        <pc:spChg chg="add mod ord">
          <ac:chgData name="Ruben Wiersma" userId="3594b430-535d-41be-b63f-97edd20b26ce" providerId="ADAL" clId="{D24C0CE8-08A2-D34F-90EF-4CA5903F0327}" dt="2023-02-28T18:24:09.980" v="2554" actId="700"/>
          <ac:spMkLst>
            <pc:docMk/>
            <pc:sldMk cId="438105133" sldId="478"/>
            <ac:spMk id="5" creationId="{1FEE5B72-8ED2-2BB4-01CB-FBF234D2A0FF}"/>
          </ac:spMkLst>
        </pc:spChg>
        <pc:spChg chg="add mod ord">
          <ac:chgData name="Ruben Wiersma" userId="3594b430-535d-41be-b63f-97edd20b26ce" providerId="ADAL" clId="{D24C0CE8-08A2-D34F-90EF-4CA5903F0327}" dt="2023-02-28T18:24:09.980" v="2554" actId="700"/>
          <ac:spMkLst>
            <pc:docMk/>
            <pc:sldMk cId="438105133" sldId="478"/>
            <ac:spMk id="6" creationId="{C9D1F86E-B8E6-3E59-0697-B34E3781B4D4}"/>
          </ac:spMkLst>
        </pc:spChg>
        <pc:spChg chg="add del mod">
          <ac:chgData name="Ruben Wiersma" userId="3594b430-535d-41be-b63f-97edd20b26ce" providerId="ADAL" clId="{D24C0CE8-08A2-D34F-90EF-4CA5903F0327}" dt="2023-02-28T18:22:05.653" v="2536"/>
          <ac:spMkLst>
            <pc:docMk/>
            <pc:sldMk cId="438105133" sldId="478"/>
            <ac:spMk id="7" creationId="{3A81BDE1-69A0-C835-D2AA-F0119C23F5A5}"/>
          </ac:spMkLst>
        </pc:spChg>
        <pc:spChg chg="add del mod">
          <ac:chgData name="Ruben Wiersma" userId="3594b430-535d-41be-b63f-97edd20b26ce" providerId="ADAL" clId="{D24C0CE8-08A2-D34F-90EF-4CA5903F0327}" dt="2023-02-28T18:22:05.653" v="2536"/>
          <ac:spMkLst>
            <pc:docMk/>
            <pc:sldMk cId="438105133" sldId="478"/>
            <ac:spMk id="8" creationId="{319FEA5C-C9EF-DF10-47C0-A1F5BDBDD94B}"/>
          </ac:spMkLst>
        </pc:spChg>
        <pc:spChg chg="add del mod">
          <ac:chgData name="Ruben Wiersma" userId="3594b430-535d-41be-b63f-97edd20b26ce" providerId="ADAL" clId="{D24C0CE8-08A2-D34F-90EF-4CA5903F0327}" dt="2023-02-28T18:22:05.653" v="2536"/>
          <ac:spMkLst>
            <pc:docMk/>
            <pc:sldMk cId="438105133" sldId="478"/>
            <ac:spMk id="9" creationId="{9D193434-5987-8EFB-32DE-260AF089238D}"/>
          </ac:spMkLst>
        </pc:spChg>
      </pc:sldChg>
      <pc:sldChg chg="delSp add mod">
        <pc:chgData name="Ruben Wiersma" userId="3594b430-535d-41be-b63f-97edd20b26ce" providerId="ADAL" clId="{D24C0CE8-08A2-D34F-90EF-4CA5903F0327}" dt="2023-03-03T12:50:27.024" v="3609" actId="478"/>
        <pc:sldMkLst>
          <pc:docMk/>
          <pc:sldMk cId="257226195" sldId="479"/>
        </pc:sldMkLst>
        <pc:spChg chg="del">
          <ac:chgData name="Ruben Wiersma" userId="3594b430-535d-41be-b63f-97edd20b26ce" providerId="ADAL" clId="{D24C0CE8-08A2-D34F-90EF-4CA5903F0327}" dt="2023-03-03T12:50:27.024" v="3609" actId="478"/>
          <ac:spMkLst>
            <pc:docMk/>
            <pc:sldMk cId="257226195" sldId="479"/>
            <ac:spMk id="4" creationId="{EFE32613-294E-5D02-D4F2-D3AE58BF4D71}"/>
          </ac:spMkLst>
        </pc:spChg>
      </pc:sldChg>
      <pc:sldMasterChg chg="addSp delSp modSp mod addSldLayout delSldLayout modSldLayout sldLayoutOrd">
        <pc:chgData name="Ruben Wiersma" userId="3594b430-535d-41be-b63f-97edd20b26ce" providerId="ADAL" clId="{D24C0CE8-08A2-D34F-90EF-4CA5903F0327}" dt="2023-03-09T20:01:44.329" v="3750"/>
        <pc:sldMasterMkLst>
          <pc:docMk/>
          <pc:sldMasterMk cId="2358386370" sldId="2147483648"/>
        </pc:sldMasterMkLst>
        <pc:spChg chg="mod">
          <ac:chgData name="Ruben Wiersma" userId="3594b430-535d-41be-b63f-97edd20b26ce" providerId="ADAL" clId="{D24C0CE8-08A2-D34F-90EF-4CA5903F0327}" dt="2023-03-03T12:42:22.367" v="3552" actId="14100"/>
          <ac:spMkLst>
            <pc:docMk/>
            <pc:sldMasterMk cId="2358386370" sldId="2147483648"/>
            <ac:spMk id="4" creationId="{7E7DBF22-9FC4-C3DB-5861-26D155996549}"/>
          </ac:spMkLst>
        </pc:spChg>
        <pc:spChg chg="del mod">
          <ac:chgData name="Ruben Wiersma" userId="3594b430-535d-41be-b63f-97edd20b26ce" providerId="ADAL" clId="{D24C0CE8-08A2-D34F-90EF-4CA5903F0327}" dt="2023-03-02T09:04:47.031" v="2783" actId="478"/>
          <ac:spMkLst>
            <pc:docMk/>
            <pc:sldMasterMk cId="2358386370" sldId="2147483648"/>
            <ac:spMk id="5" creationId="{BF084AD8-214B-0DFF-C67A-0E5E8C4F702E}"/>
          </ac:spMkLst>
        </pc:spChg>
        <pc:spChg chg="mod">
          <ac:chgData name="Ruben Wiersma" userId="3594b430-535d-41be-b63f-97edd20b26ce" providerId="ADAL" clId="{D24C0CE8-08A2-D34F-90EF-4CA5903F0327}" dt="2023-03-09T20:01:44.329" v="3750"/>
          <ac:spMkLst>
            <pc:docMk/>
            <pc:sldMasterMk cId="2358386370" sldId="2147483648"/>
            <ac:spMk id="5" creationId="{CE5EF6B7-61C6-9F6D-423D-EE570CF0212A}"/>
          </ac:spMkLst>
        </pc:spChg>
        <pc:spChg chg="mod">
          <ac:chgData name="Ruben Wiersma" userId="3594b430-535d-41be-b63f-97edd20b26ce" providerId="ADAL" clId="{D24C0CE8-08A2-D34F-90EF-4CA5903F0327}" dt="2023-03-02T16:01:12.943" v="2969"/>
          <ac:spMkLst>
            <pc:docMk/>
            <pc:sldMasterMk cId="2358386370" sldId="2147483648"/>
            <ac:spMk id="5" creationId="{FC11C488-A3E8-8DBD-B554-E999FFD1D5D2}"/>
          </ac:spMkLst>
        </pc:spChg>
        <pc:spChg chg="mod">
          <ac:chgData name="Ruben Wiersma" userId="3594b430-535d-41be-b63f-97edd20b26ce" providerId="ADAL" clId="{D24C0CE8-08A2-D34F-90EF-4CA5903F0327}" dt="2023-03-03T12:42:07.159" v="3550" actId="14100"/>
          <ac:spMkLst>
            <pc:docMk/>
            <pc:sldMasterMk cId="2358386370" sldId="2147483648"/>
            <ac:spMk id="6" creationId="{E5166E27-08BD-9A61-A638-94ACBF81C8D8}"/>
          </ac:spMkLst>
        </pc:spChg>
        <pc:spChg chg="add del mod">
          <ac:chgData name="Ruben Wiersma" userId="3594b430-535d-41be-b63f-97edd20b26ce" providerId="ADAL" clId="{D24C0CE8-08A2-D34F-90EF-4CA5903F0327}" dt="2023-02-28T17:05:53.412" v="228" actId="478"/>
          <ac:spMkLst>
            <pc:docMk/>
            <pc:sldMasterMk cId="2358386370" sldId="2147483648"/>
            <ac:spMk id="7" creationId="{3AB4F88B-894F-39EA-EDB4-E8683052413B}"/>
          </ac:spMkLst>
        </pc:spChg>
        <pc:spChg chg="add mod">
          <ac:chgData name="Ruben Wiersma" userId="3594b430-535d-41be-b63f-97edd20b26ce" providerId="ADAL" clId="{D24C0CE8-08A2-D34F-90EF-4CA5903F0327}" dt="2023-03-03T12:41:02.902" v="3535" actId="167"/>
          <ac:spMkLst>
            <pc:docMk/>
            <pc:sldMasterMk cId="2358386370" sldId="2147483648"/>
            <ac:spMk id="7" creationId="{6D1ADE27-0D53-0E26-42D1-B054E590233E}"/>
          </ac:spMkLst>
        </pc:spChg>
        <pc:spChg chg="mod">
          <ac:chgData name="Ruben Wiersma" userId="3594b430-535d-41be-b63f-97edd20b26ce" providerId="ADAL" clId="{D24C0CE8-08A2-D34F-90EF-4CA5903F0327}" dt="2023-03-09T20:01:44.329" v="3750"/>
          <ac:spMkLst>
            <pc:docMk/>
            <pc:sldMasterMk cId="2358386370" sldId="2147483648"/>
            <ac:spMk id="7" creationId="{6DC40D22-CC44-9414-DC78-3B7D179D619F}"/>
          </ac:spMkLst>
        </pc:spChg>
        <pc:spChg chg="del mod">
          <ac:chgData name="Ruben Wiersma" userId="3594b430-535d-41be-b63f-97edd20b26ce" providerId="ADAL" clId="{D24C0CE8-08A2-D34F-90EF-4CA5903F0327}" dt="2023-03-02T09:04:35.679" v="2779" actId="478"/>
          <ac:spMkLst>
            <pc:docMk/>
            <pc:sldMasterMk cId="2358386370" sldId="2147483648"/>
            <ac:spMk id="7" creationId="{8C162ABD-6D19-B070-5E72-84A38F599077}"/>
          </ac:spMkLst>
        </pc:spChg>
        <pc:spChg chg="add mod">
          <ac:chgData name="Ruben Wiersma" userId="3594b430-535d-41be-b63f-97edd20b26ce" providerId="ADAL" clId="{D24C0CE8-08A2-D34F-90EF-4CA5903F0327}" dt="2023-03-03T12:41:02.902" v="3535" actId="167"/>
          <ac:spMkLst>
            <pc:docMk/>
            <pc:sldMasterMk cId="2358386370" sldId="2147483648"/>
            <ac:spMk id="8" creationId="{081CFC1B-9ACB-BAD5-1C04-8845CE7F748A}"/>
          </ac:spMkLst>
        </pc:spChg>
        <pc:spChg chg="del mod topLvl">
          <ac:chgData name="Ruben Wiersma" userId="3594b430-535d-41be-b63f-97edd20b26ce" providerId="ADAL" clId="{D24C0CE8-08A2-D34F-90EF-4CA5903F0327}" dt="2023-03-02T09:13:46.789" v="2891" actId="478"/>
          <ac:spMkLst>
            <pc:docMk/>
            <pc:sldMasterMk cId="2358386370" sldId="2147483648"/>
            <ac:spMk id="8" creationId="{570AC450-878A-B84E-9D1E-A547292318CE}"/>
          </ac:spMkLst>
        </pc:spChg>
        <pc:spChg chg="del mod">
          <ac:chgData name="Ruben Wiersma" userId="3594b430-535d-41be-b63f-97edd20b26ce" providerId="ADAL" clId="{D24C0CE8-08A2-D34F-90EF-4CA5903F0327}" dt="2023-03-02T09:03:40.949" v="2775" actId="478"/>
          <ac:spMkLst>
            <pc:docMk/>
            <pc:sldMasterMk cId="2358386370" sldId="2147483648"/>
            <ac:spMk id="9" creationId="{8FA59E4C-F5EC-6106-E516-2592BF3EA8F7}"/>
          </ac:spMkLst>
        </pc:spChg>
        <pc:spChg chg="mod">
          <ac:chgData name="Ruben Wiersma" userId="3594b430-535d-41be-b63f-97edd20b26ce" providerId="ADAL" clId="{D24C0CE8-08A2-D34F-90EF-4CA5903F0327}" dt="2023-03-02T16:01:16.841" v="2972"/>
          <ac:spMkLst>
            <pc:docMk/>
            <pc:sldMasterMk cId="2358386370" sldId="2147483648"/>
            <ac:spMk id="9" creationId="{A1D19EAA-D160-BA56-65D8-6F62AD0011BD}"/>
          </ac:spMkLst>
        </pc:spChg>
        <pc:spChg chg="mod">
          <ac:chgData name="Ruben Wiersma" userId="3594b430-535d-41be-b63f-97edd20b26ce" providerId="ADAL" clId="{D24C0CE8-08A2-D34F-90EF-4CA5903F0327}" dt="2023-03-09T19:53:16.750" v="3684" actId="1076"/>
          <ac:spMkLst>
            <pc:docMk/>
            <pc:sldMasterMk cId="2358386370" sldId="2147483648"/>
            <ac:spMk id="11" creationId="{AD28B9BB-79AE-52CF-FC6C-DE71E78C6BA1}"/>
          </ac:spMkLst>
        </pc:spChg>
        <pc:spChg chg="mod">
          <ac:chgData name="Ruben Wiersma" userId="3594b430-535d-41be-b63f-97edd20b26ce" providerId="ADAL" clId="{D24C0CE8-08A2-D34F-90EF-4CA5903F0327}" dt="2023-03-03T12:42:10.662" v="3551" actId="14100"/>
          <ac:spMkLst>
            <pc:docMk/>
            <pc:sldMasterMk cId="2358386370" sldId="2147483648"/>
            <ac:spMk id="14" creationId="{598A7B74-1A11-CB72-D0B4-27966EA6C64C}"/>
          </ac:spMkLst>
        </pc:spChg>
        <pc:spChg chg="mod">
          <ac:chgData name="Ruben Wiersma" userId="3594b430-535d-41be-b63f-97edd20b26ce" providerId="ADAL" clId="{D24C0CE8-08A2-D34F-90EF-4CA5903F0327}" dt="2023-03-03T12:45:36.447" v="3581" actId="167"/>
          <ac:spMkLst>
            <pc:docMk/>
            <pc:sldMasterMk cId="2358386370" sldId="2147483648"/>
            <ac:spMk id="15" creationId="{95CDF37A-86C9-D91A-0BE1-C0435C320694}"/>
          </ac:spMkLst>
        </pc:spChg>
        <pc:spChg chg="mod">
          <ac:chgData name="Ruben Wiersma" userId="3594b430-535d-41be-b63f-97edd20b26ce" providerId="ADAL" clId="{D24C0CE8-08A2-D34F-90EF-4CA5903F0327}" dt="2023-03-03T12:45:33.572" v="3580" actId="206"/>
          <ac:spMkLst>
            <pc:docMk/>
            <pc:sldMasterMk cId="2358386370" sldId="2147483648"/>
            <ac:spMk id="16" creationId="{173D95CB-40A1-8D76-DE63-A0B7B25496B5}"/>
          </ac:spMkLst>
        </pc:spChg>
        <pc:spChg chg="mod">
          <ac:chgData name="Ruben Wiersma" userId="3594b430-535d-41be-b63f-97edd20b26ce" providerId="ADAL" clId="{D24C0CE8-08A2-D34F-90EF-4CA5903F0327}" dt="2023-03-02T16:02:24.850" v="2991" actId="207"/>
          <ac:spMkLst>
            <pc:docMk/>
            <pc:sldMasterMk cId="2358386370" sldId="2147483648"/>
            <ac:spMk id="16" creationId="{93CD15E8-7007-CD7C-E00D-534AA98CF58B}"/>
          </ac:spMkLst>
        </pc:spChg>
        <pc:spChg chg="mod">
          <ac:chgData name="Ruben Wiersma" userId="3594b430-535d-41be-b63f-97edd20b26ce" providerId="ADAL" clId="{D24C0CE8-08A2-D34F-90EF-4CA5903F0327}" dt="2023-03-03T12:45:33.572" v="3580" actId="206"/>
          <ac:spMkLst>
            <pc:docMk/>
            <pc:sldMasterMk cId="2358386370" sldId="2147483648"/>
            <ac:spMk id="17" creationId="{1F55B41E-F448-0F37-AA59-4799B4D1A6E6}"/>
          </ac:spMkLst>
        </pc:spChg>
        <pc:spChg chg="del mod topLvl">
          <ac:chgData name="Ruben Wiersma" userId="3594b430-535d-41be-b63f-97edd20b26ce" providerId="ADAL" clId="{D24C0CE8-08A2-D34F-90EF-4CA5903F0327}" dt="2023-03-03T12:41:06.222" v="3536" actId="478"/>
          <ac:spMkLst>
            <pc:docMk/>
            <pc:sldMasterMk cId="2358386370" sldId="2147483648"/>
            <ac:spMk id="19" creationId="{686FFE34-2F52-2138-4ADD-2CDA4A9019C7}"/>
          </ac:spMkLst>
        </pc:spChg>
        <pc:spChg chg="del">
          <ac:chgData name="Ruben Wiersma" userId="3594b430-535d-41be-b63f-97edd20b26ce" providerId="ADAL" clId="{D24C0CE8-08A2-D34F-90EF-4CA5903F0327}" dt="2023-02-28T16:58:45.213" v="124" actId="478"/>
          <ac:spMkLst>
            <pc:docMk/>
            <pc:sldMasterMk cId="2358386370" sldId="2147483648"/>
            <ac:spMk id="20" creationId="{BE47342D-9FFD-8B96-B3DF-7411AE96C592}"/>
          </ac:spMkLst>
        </pc:spChg>
        <pc:spChg chg="mod">
          <ac:chgData name="Ruben Wiersma" userId="3594b430-535d-41be-b63f-97edd20b26ce" providerId="ADAL" clId="{D24C0CE8-08A2-D34F-90EF-4CA5903F0327}" dt="2023-03-02T09:10:46.822" v="2842"/>
          <ac:spMkLst>
            <pc:docMk/>
            <pc:sldMasterMk cId="2358386370" sldId="2147483648"/>
            <ac:spMk id="20" creationId="{F79439CC-A651-EFB1-CD06-F0BCD6A34243}"/>
          </ac:spMkLst>
        </pc:spChg>
        <pc:spChg chg="del mod">
          <ac:chgData name="Ruben Wiersma" userId="3594b430-535d-41be-b63f-97edd20b26ce" providerId="ADAL" clId="{D24C0CE8-08A2-D34F-90EF-4CA5903F0327}" dt="2023-03-03T12:18:22.168" v="3301" actId="478"/>
          <ac:spMkLst>
            <pc:docMk/>
            <pc:sldMasterMk cId="2358386370" sldId="2147483648"/>
            <ac:spMk id="21" creationId="{3D18A45F-08E2-9F1E-E247-8FEC22205C73}"/>
          </ac:spMkLst>
        </pc:spChg>
        <pc:spChg chg="add mod topLvl">
          <ac:chgData name="Ruben Wiersma" userId="3594b430-535d-41be-b63f-97edd20b26ce" providerId="ADAL" clId="{D24C0CE8-08A2-D34F-90EF-4CA5903F0327}" dt="2023-03-03T12:41:35.792" v="3544" actId="206"/>
          <ac:spMkLst>
            <pc:docMk/>
            <pc:sldMasterMk cId="2358386370" sldId="2147483648"/>
            <ac:spMk id="22" creationId="{5221D4DC-4503-4449-1FCC-24BCFD5A0378}"/>
          </ac:spMkLst>
        </pc:spChg>
        <pc:spChg chg="add mod">
          <ac:chgData name="Ruben Wiersma" userId="3594b430-535d-41be-b63f-97edd20b26ce" providerId="ADAL" clId="{D24C0CE8-08A2-D34F-90EF-4CA5903F0327}" dt="2023-02-28T17:26:05.797" v="860" actId="167"/>
          <ac:spMkLst>
            <pc:docMk/>
            <pc:sldMasterMk cId="2358386370" sldId="2147483648"/>
            <ac:spMk id="23" creationId="{E4404E15-C1D8-9465-9BC9-D50372665E6E}"/>
          </ac:spMkLst>
        </pc:spChg>
        <pc:spChg chg="add del mod">
          <ac:chgData name="Ruben Wiersma" userId="3594b430-535d-41be-b63f-97edd20b26ce" providerId="ADAL" clId="{D24C0CE8-08A2-D34F-90EF-4CA5903F0327}" dt="2023-03-02T16:09:36.108" v="3208" actId="478"/>
          <ac:spMkLst>
            <pc:docMk/>
            <pc:sldMasterMk cId="2358386370" sldId="2147483648"/>
            <ac:spMk id="24" creationId="{1CF0E284-9550-1ED3-DAA0-33A31740CEBF}"/>
          </ac:spMkLst>
        </pc:spChg>
        <pc:spChg chg="add del mod">
          <ac:chgData name="Ruben Wiersma" userId="3594b430-535d-41be-b63f-97edd20b26ce" providerId="ADAL" clId="{D24C0CE8-08A2-D34F-90EF-4CA5903F0327}" dt="2023-02-28T17:26:23.637" v="862" actId="167"/>
          <ac:spMkLst>
            <pc:docMk/>
            <pc:sldMasterMk cId="2358386370" sldId="2147483648"/>
            <ac:spMk id="24" creationId="{9F6CAC8E-8183-28F6-3C5B-C3FFA7A48C78}"/>
          </ac:spMkLst>
        </pc:spChg>
        <pc:spChg chg="add del mod topLvl">
          <ac:chgData name="Ruben Wiersma" userId="3594b430-535d-41be-b63f-97edd20b26ce" providerId="ADAL" clId="{D24C0CE8-08A2-D34F-90EF-4CA5903F0327}" dt="2023-03-03T12:40:10.182" v="3519" actId="478"/>
          <ac:spMkLst>
            <pc:docMk/>
            <pc:sldMasterMk cId="2358386370" sldId="2147483648"/>
            <ac:spMk id="25" creationId="{D91E1878-10C7-F598-DDC6-9F7E0963D5B6}"/>
          </ac:spMkLst>
        </pc:spChg>
        <pc:spChg chg="add del mod">
          <ac:chgData name="Ruben Wiersma" userId="3594b430-535d-41be-b63f-97edd20b26ce" providerId="ADAL" clId="{D24C0CE8-08A2-D34F-90EF-4CA5903F0327}" dt="2023-02-28T17:26:23.637" v="862" actId="167"/>
          <ac:spMkLst>
            <pc:docMk/>
            <pc:sldMasterMk cId="2358386370" sldId="2147483648"/>
            <ac:spMk id="25" creationId="{EC6803AB-46CE-5D10-5813-44B32DE8B37E}"/>
          </ac:spMkLst>
        </pc:spChg>
        <pc:spChg chg="add del mod">
          <ac:chgData name="Ruben Wiersma" userId="3594b430-535d-41be-b63f-97edd20b26ce" providerId="ADAL" clId="{D24C0CE8-08A2-D34F-90EF-4CA5903F0327}" dt="2023-03-02T16:14:19.856" v="3285" actId="767"/>
          <ac:spMkLst>
            <pc:docMk/>
            <pc:sldMasterMk cId="2358386370" sldId="2147483648"/>
            <ac:spMk id="26" creationId="{BC46BD2A-4E90-41F9-B4AF-2480467B0462}"/>
          </ac:spMkLst>
        </pc:spChg>
        <pc:spChg chg="mod">
          <ac:chgData name="Ruben Wiersma" userId="3594b430-535d-41be-b63f-97edd20b26ce" providerId="ADAL" clId="{D24C0CE8-08A2-D34F-90EF-4CA5903F0327}" dt="2023-03-02T09:11:22.690" v="2866" actId="571"/>
          <ac:spMkLst>
            <pc:docMk/>
            <pc:sldMasterMk cId="2358386370" sldId="2147483648"/>
            <ac:spMk id="26" creationId="{E085290D-894F-D96E-1D66-B5D2A94451F6}"/>
          </ac:spMkLst>
        </pc:spChg>
        <pc:spChg chg="mod">
          <ac:chgData name="Ruben Wiersma" userId="3594b430-535d-41be-b63f-97edd20b26ce" providerId="ADAL" clId="{D24C0CE8-08A2-D34F-90EF-4CA5903F0327}" dt="2023-03-03T12:48:01.083" v="3592"/>
          <ac:spMkLst>
            <pc:docMk/>
            <pc:sldMasterMk cId="2358386370" sldId="2147483648"/>
            <ac:spMk id="26" creationId="{ED448560-A4C8-8782-7D83-E15BB326A777}"/>
          </ac:spMkLst>
        </pc:spChg>
        <pc:spChg chg="mod">
          <ac:chgData name="Ruben Wiersma" userId="3594b430-535d-41be-b63f-97edd20b26ce" providerId="ADAL" clId="{D24C0CE8-08A2-D34F-90EF-4CA5903F0327}" dt="2023-03-03T12:48:01.083" v="3592"/>
          <ac:spMkLst>
            <pc:docMk/>
            <pc:sldMasterMk cId="2358386370" sldId="2147483648"/>
            <ac:spMk id="27" creationId="{3A700B42-272D-9A3A-DC7E-E91BAC35E26B}"/>
          </ac:spMkLst>
        </pc:spChg>
        <pc:spChg chg="add mod">
          <ac:chgData name="Ruben Wiersma" userId="3594b430-535d-41be-b63f-97edd20b26ce" providerId="ADAL" clId="{D24C0CE8-08A2-D34F-90EF-4CA5903F0327}" dt="2023-02-28T17:01:26.116" v="190" actId="571"/>
          <ac:spMkLst>
            <pc:docMk/>
            <pc:sldMasterMk cId="2358386370" sldId="2147483648"/>
            <ac:spMk id="27" creationId="{56699DCE-CF41-004D-D73A-090BB33E38F3}"/>
          </ac:spMkLst>
        </pc:spChg>
        <pc:spChg chg="add mod">
          <ac:chgData name="Ruben Wiersma" userId="3594b430-535d-41be-b63f-97edd20b26ce" providerId="ADAL" clId="{D24C0CE8-08A2-D34F-90EF-4CA5903F0327}" dt="2023-02-28T17:26:23.637" v="862" actId="167"/>
          <ac:spMkLst>
            <pc:docMk/>
            <pc:sldMasterMk cId="2358386370" sldId="2147483648"/>
            <ac:spMk id="28" creationId="{A188F8FF-465D-2CE5-A092-5B7EAD6D9487}"/>
          </ac:spMkLst>
        </pc:spChg>
        <pc:spChg chg="mod">
          <ac:chgData name="Ruben Wiersma" userId="3594b430-535d-41be-b63f-97edd20b26ce" providerId="ADAL" clId="{D24C0CE8-08A2-D34F-90EF-4CA5903F0327}" dt="2023-03-03T12:48:01.083" v="3592"/>
          <ac:spMkLst>
            <pc:docMk/>
            <pc:sldMasterMk cId="2358386370" sldId="2147483648"/>
            <ac:spMk id="28" creationId="{BF844BFF-F223-F431-E023-A449A6BA7646}"/>
          </ac:spMkLst>
        </pc:spChg>
        <pc:spChg chg="add del mod topLvl">
          <ac:chgData name="Ruben Wiersma" userId="3594b430-535d-41be-b63f-97edd20b26ce" providerId="ADAL" clId="{D24C0CE8-08A2-D34F-90EF-4CA5903F0327}" dt="2023-03-02T16:02:27.531" v="2995" actId="207"/>
          <ac:spMkLst>
            <pc:docMk/>
            <pc:sldMasterMk cId="2358386370" sldId="2147483648"/>
            <ac:spMk id="29" creationId="{B5F7005D-266A-8D7F-FD94-B8131BB180C5}"/>
          </ac:spMkLst>
        </pc:spChg>
        <pc:spChg chg="add del mod">
          <ac:chgData name="Ruben Wiersma" userId="3594b430-535d-41be-b63f-97edd20b26ce" providerId="ADAL" clId="{D24C0CE8-08A2-D34F-90EF-4CA5903F0327}" dt="2023-02-28T17:08:42.708" v="263" actId="767"/>
          <ac:spMkLst>
            <pc:docMk/>
            <pc:sldMasterMk cId="2358386370" sldId="2147483648"/>
            <ac:spMk id="30" creationId="{A32D4DC1-90B8-ED94-8FC0-3C26639E788D}"/>
          </ac:spMkLst>
        </pc:spChg>
        <pc:spChg chg="add del mod">
          <ac:chgData name="Ruben Wiersma" userId="3594b430-535d-41be-b63f-97edd20b26ce" providerId="ADAL" clId="{D24C0CE8-08A2-D34F-90EF-4CA5903F0327}" dt="2023-03-09T19:49:46.784" v="3654" actId="478"/>
          <ac:spMkLst>
            <pc:docMk/>
            <pc:sldMasterMk cId="2358386370" sldId="2147483648"/>
            <ac:spMk id="31" creationId="{225E7C66-F8B2-B4A0-42E7-B02C6300403D}"/>
          </ac:spMkLst>
        </pc:spChg>
        <pc:spChg chg="mod">
          <ac:chgData name="Ruben Wiersma" userId="3594b430-535d-41be-b63f-97edd20b26ce" providerId="ADAL" clId="{D24C0CE8-08A2-D34F-90EF-4CA5903F0327}" dt="2023-03-09T19:57:14.194" v="3728" actId="692"/>
          <ac:spMkLst>
            <pc:docMk/>
            <pc:sldMasterMk cId="2358386370" sldId="2147483648"/>
            <ac:spMk id="32" creationId="{3D9C3B43-9041-E007-ED62-9C9772D002A9}"/>
          </ac:spMkLst>
        </pc:spChg>
        <pc:spChg chg="mod">
          <ac:chgData name="Ruben Wiersma" userId="3594b430-535d-41be-b63f-97edd20b26ce" providerId="ADAL" clId="{D24C0CE8-08A2-D34F-90EF-4CA5903F0327}" dt="2023-03-09T19:57:43.072" v="3740" actId="1038"/>
          <ac:spMkLst>
            <pc:docMk/>
            <pc:sldMasterMk cId="2358386370" sldId="2147483648"/>
            <ac:spMk id="33" creationId="{FE25E38D-3FE7-84AC-C3A0-E86772AC9613}"/>
          </ac:spMkLst>
        </pc:spChg>
        <pc:spChg chg="add mod">
          <ac:chgData name="Ruben Wiersma" userId="3594b430-535d-41be-b63f-97edd20b26ce" providerId="ADAL" clId="{D24C0CE8-08A2-D34F-90EF-4CA5903F0327}" dt="2023-02-28T17:15:49.524" v="545" actId="571"/>
          <ac:spMkLst>
            <pc:docMk/>
            <pc:sldMasterMk cId="2358386370" sldId="2147483648"/>
            <ac:spMk id="34" creationId="{16D7F4DD-7764-A2F2-9B84-A9C811FD3E57}"/>
          </ac:spMkLst>
        </pc:spChg>
        <pc:spChg chg="add del mod">
          <ac:chgData name="Ruben Wiersma" userId="3594b430-535d-41be-b63f-97edd20b26ce" providerId="ADAL" clId="{D24C0CE8-08A2-D34F-90EF-4CA5903F0327}" dt="2023-02-28T17:17:41.580" v="583" actId="478"/>
          <ac:spMkLst>
            <pc:docMk/>
            <pc:sldMasterMk cId="2358386370" sldId="2147483648"/>
            <ac:spMk id="35" creationId="{B5F0F3B4-D4DF-5EBA-446E-DE6D44DB2E96}"/>
          </ac:spMkLst>
        </pc:spChg>
        <pc:spChg chg="add del mod">
          <ac:chgData name="Ruben Wiersma" userId="3594b430-535d-41be-b63f-97edd20b26ce" providerId="ADAL" clId="{D24C0CE8-08A2-D34F-90EF-4CA5903F0327}" dt="2023-02-28T17:26:26.697" v="864" actId="767"/>
          <ac:spMkLst>
            <pc:docMk/>
            <pc:sldMasterMk cId="2358386370" sldId="2147483648"/>
            <ac:spMk id="46" creationId="{CDE16A9B-EBB9-498B-0A3F-2ADB7A27DF7D}"/>
          </ac:spMkLst>
        </pc:spChg>
        <pc:grpChg chg="add del mod">
          <ac:chgData name="Ruben Wiersma" userId="3594b430-535d-41be-b63f-97edd20b26ce" providerId="ADAL" clId="{D24C0CE8-08A2-D34F-90EF-4CA5903F0327}" dt="2023-03-02T16:01:14.954" v="2970"/>
          <ac:grpSpMkLst>
            <pc:docMk/>
            <pc:sldMasterMk cId="2358386370" sldId="2147483648"/>
            <ac:grpSpMk id="2" creationId="{26C8F12B-60A2-A3BB-BF7A-71E87BC6C4FB}"/>
          </ac:grpSpMkLst>
        </pc:grpChg>
        <pc:grpChg chg="add mod">
          <ac:chgData name="Ruben Wiersma" userId="3594b430-535d-41be-b63f-97edd20b26ce" providerId="ADAL" clId="{D24C0CE8-08A2-D34F-90EF-4CA5903F0327}" dt="2023-03-09T20:01:44.329" v="3750"/>
          <ac:grpSpMkLst>
            <pc:docMk/>
            <pc:sldMasterMk cId="2358386370" sldId="2147483648"/>
            <ac:grpSpMk id="2" creationId="{88B7682C-97B6-AD5C-B8A2-5F21982E33CB}"/>
          </ac:grpSpMkLst>
        </pc:grpChg>
        <pc:grpChg chg="add del mod">
          <ac:chgData name="Ruben Wiersma" userId="3594b430-535d-41be-b63f-97edd20b26ce" providerId="ADAL" clId="{D24C0CE8-08A2-D34F-90EF-4CA5903F0327}" dt="2023-03-02T09:13:46.789" v="2891" actId="478"/>
          <ac:grpSpMkLst>
            <pc:docMk/>
            <pc:sldMasterMk cId="2358386370" sldId="2147483648"/>
            <ac:grpSpMk id="2" creationId="{B91F267B-C5D7-1ED4-5EEB-0BE1AA8CBF6B}"/>
          </ac:grpSpMkLst>
        </pc:grpChg>
        <pc:grpChg chg="add del">
          <ac:chgData name="Ruben Wiersma" userId="3594b430-535d-41be-b63f-97edd20b26ce" providerId="ADAL" clId="{D24C0CE8-08A2-D34F-90EF-4CA5903F0327}" dt="2023-03-03T12:21:29.745" v="3337" actId="164"/>
          <ac:grpSpMkLst>
            <pc:docMk/>
            <pc:sldMasterMk cId="2358386370" sldId="2147483648"/>
            <ac:grpSpMk id="5" creationId="{D14C89BB-29DE-763E-F19D-3C8A722815C7}"/>
          </ac:grpSpMkLst>
        </pc:grpChg>
        <pc:grpChg chg="add del mod">
          <ac:chgData name="Ruben Wiersma" userId="3594b430-535d-41be-b63f-97edd20b26ce" providerId="ADAL" clId="{D24C0CE8-08A2-D34F-90EF-4CA5903F0327}" dt="2023-03-02T16:01:40.147" v="2979"/>
          <ac:grpSpMkLst>
            <pc:docMk/>
            <pc:sldMasterMk cId="2358386370" sldId="2147483648"/>
            <ac:grpSpMk id="8" creationId="{75854410-7C85-0F5B-B742-BBEEB518854F}"/>
          </ac:grpSpMkLst>
        </pc:grpChg>
        <pc:grpChg chg="add del">
          <ac:chgData name="Ruben Wiersma" userId="3594b430-535d-41be-b63f-97edd20b26ce" providerId="ADAL" clId="{D24C0CE8-08A2-D34F-90EF-4CA5903F0327}" dt="2023-03-03T12:43:39.181" v="3563" actId="478"/>
          <ac:grpSpMkLst>
            <pc:docMk/>
            <pc:sldMasterMk cId="2358386370" sldId="2147483648"/>
            <ac:grpSpMk id="10" creationId="{0CFBCC42-AF77-454E-82D4-85B5AD0F524C}"/>
          </ac:grpSpMkLst>
        </pc:grpChg>
        <pc:grpChg chg="add del mod">
          <ac:chgData name="Ruben Wiersma" userId="3594b430-535d-41be-b63f-97edd20b26ce" providerId="ADAL" clId="{D24C0CE8-08A2-D34F-90EF-4CA5903F0327}" dt="2023-03-03T12:48:00.881" v="3591" actId="478"/>
          <ac:grpSpMkLst>
            <pc:docMk/>
            <pc:sldMasterMk cId="2358386370" sldId="2147483648"/>
            <ac:grpSpMk id="12" creationId="{8CBF840A-A4AB-398C-96DD-4C8635338693}"/>
          </ac:grpSpMkLst>
        </pc:grpChg>
        <pc:grpChg chg="add del mod">
          <ac:chgData name="Ruben Wiersma" userId="3594b430-535d-41be-b63f-97edd20b26ce" providerId="ADAL" clId="{D24C0CE8-08A2-D34F-90EF-4CA5903F0327}" dt="2023-03-03T12:22:58.336" v="3384" actId="164"/>
          <ac:grpSpMkLst>
            <pc:docMk/>
            <pc:sldMasterMk cId="2358386370" sldId="2147483648"/>
            <ac:grpSpMk id="12" creationId="{A3758C71-4E0E-FB51-C161-8584ADBD8263}"/>
          </ac:grpSpMkLst>
        </pc:grpChg>
        <pc:grpChg chg="add del mod">
          <ac:chgData name="Ruben Wiersma" userId="3594b430-535d-41be-b63f-97edd20b26ce" providerId="ADAL" clId="{D24C0CE8-08A2-D34F-90EF-4CA5903F0327}" dt="2023-03-02T16:02:25.507" v="2992"/>
          <ac:grpSpMkLst>
            <pc:docMk/>
            <pc:sldMasterMk cId="2358386370" sldId="2147483648"/>
            <ac:grpSpMk id="15" creationId="{3D4B67AB-EB71-F391-474B-0B6073C604DB}"/>
          </ac:grpSpMkLst>
        </pc:grpChg>
        <pc:grpChg chg="add del">
          <ac:chgData name="Ruben Wiersma" userId="3594b430-535d-41be-b63f-97edd20b26ce" providerId="ADAL" clId="{D24C0CE8-08A2-D34F-90EF-4CA5903F0327}" dt="2023-03-03T12:25:24.063" v="3423" actId="164"/>
          <ac:grpSpMkLst>
            <pc:docMk/>
            <pc:sldMasterMk cId="2358386370" sldId="2147483648"/>
            <ac:grpSpMk id="15" creationId="{510E3ECB-309D-E724-0DCA-704D309F572E}"/>
          </ac:grpSpMkLst>
        </pc:grpChg>
        <pc:grpChg chg="add del mod">
          <ac:chgData name="Ruben Wiersma" userId="3594b430-535d-41be-b63f-97edd20b26ce" providerId="ADAL" clId="{D24C0CE8-08A2-D34F-90EF-4CA5903F0327}" dt="2023-03-03T12:40:07.392" v="3518" actId="165"/>
          <ac:grpSpMkLst>
            <pc:docMk/>
            <pc:sldMasterMk cId="2358386370" sldId="2147483648"/>
            <ac:grpSpMk id="18" creationId="{6F16AAA2-C123-B85B-5C13-3994FE89545D}"/>
          </ac:grpSpMkLst>
        </pc:grpChg>
        <pc:grpChg chg="add del mod">
          <ac:chgData name="Ruben Wiersma" userId="3594b430-535d-41be-b63f-97edd20b26ce" providerId="ADAL" clId="{D24C0CE8-08A2-D34F-90EF-4CA5903F0327}" dt="2023-03-02T09:10:47.699" v="2843"/>
          <ac:grpSpMkLst>
            <pc:docMk/>
            <pc:sldMasterMk cId="2358386370" sldId="2147483648"/>
            <ac:grpSpMk id="19" creationId="{AB7A4923-C8B6-6156-FD44-2CF312B3A1F9}"/>
          </ac:grpSpMkLst>
        </pc:grpChg>
        <pc:grpChg chg="add del mod">
          <ac:chgData name="Ruben Wiersma" userId="3594b430-535d-41be-b63f-97edd20b26ce" providerId="ADAL" clId="{D24C0CE8-08A2-D34F-90EF-4CA5903F0327}" dt="2023-03-03T12:48:36.508" v="3598" actId="478"/>
          <ac:grpSpMkLst>
            <pc:docMk/>
            <pc:sldMasterMk cId="2358386370" sldId="2147483648"/>
            <ac:grpSpMk id="24" creationId="{888E440D-AE00-B677-C24F-94B446FE142B}"/>
          </ac:grpSpMkLst>
        </pc:grpChg>
        <pc:grpChg chg="add mod">
          <ac:chgData name="Ruben Wiersma" userId="3594b430-535d-41be-b63f-97edd20b26ce" providerId="ADAL" clId="{D24C0CE8-08A2-D34F-90EF-4CA5903F0327}" dt="2023-03-02T09:11:22.690" v="2866" actId="571"/>
          <ac:grpSpMkLst>
            <pc:docMk/>
            <pc:sldMasterMk cId="2358386370" sldId="2147483648"/>
            <ac:grpSpMk id="25" creationId="{FBE0DE48-9CE7-CB2A-29AE-CA7EA59482AD}"/>
          </ac:grpSpMkLst>
        </pc:grpChg>
        <pc:grpChg chg="add del">
          <ac:chgData name="Ruben Wiersma" userId="3594b430-535d-41be-b63f-97edd20b26ce" providerId="ADAL" clId="{D24C0CE8-08A2-D34F-90EF-4CA5903F0327}" dt="2023-02-28T18:19:01.910" v="2511" actId="478"/>
          <ac:grpSpMkLst>
            <pc:docMk/>
            <pc:sldMasterMk cId="2358386370" sldId="2147483648"/>
            <ac:grpSpMk id="29" creationId="{FA34A43A-69D9-93E3-2F75-6A5A23AF31FE}"/>
          </ac:grpSpMkLst>
        </pc:grpChg>
        <pc:grpChg chg="add del mod">
          <ac:chgData name="Ruben Wiersma" userId="3594b430-535d-41be-b63f-97edd20b26ce" providerId="ADAL" clId="{D24C0CE8-08A2-D34F-90EF-4CA5903F0327}" dt="2023-03-09T20:01:43.978" v="3749" actId="478"/>
          <ac:grpSpMkLst>
            <pc:docMk/>
            <pc:sldMasterMk cId="2358386370" sldId="2147483648"/>
            <ac:grpSpMk id="30" creationId="{1F681D9D-A801-E18C-8FB2-6060EE3D983C}"/>
          </ac:grpSpMkLst>
        </pc:grpChg>
        <pc:grpChg chg="add del mod">
          <ac:chgData name="Ruben Wiersma" userId="3594b430-535d-41be-b63f-97edd20b26ce" providerId="ADAL" clId="{D24C0CE8-08A2-D34F-90EF-4CA5903F0327}" dt="2023-03-02T16:02:45.718" v="2997" actId="478"/>
          <ac:grpSpMkLst>
            <pc:docMk/>
            <pc:sldMasterMk cId="2358386370" sldId="2147483648"/>
            <ac:grpSpMk id="30" creationId="{66E4B3BE-0F3C-2092-576C-8397FE30C5F6}"/>
          </ac:grpSpMkLst>
        </pc:grpChg>
        <pc:picChg chg="add del mod">
          <ac:chgData name="Ruben Wiersma" userId="3594b430-535d-41be-b63f-97edd20b26ce" providerId="ADAL" clId="{D24C0CE8-08A2-D34F-90EF-4CA5903F0327}" dt="2023-03-03T12:29:59.588" v="3440" actId="478"/>
          <ac:picMkLst>
            <pc:docMk/>
            <pc:sldMasterMk cId="2358386370" sldId="2147483648"/>
            <ac:picMk id="2" creationId="{952A0D82-C22B-8825-E5F4-8CB5BF1BE78A}"/>
          </ac:picMkLst>
        </pc:picChg>
        <pc:picChg chg="del mod">
          <ac:chgData name="Ruben Wiersma" userId="3594b430-535d-41be-b63f-97edd20b26ce" providerId="ADAL" clId="{D24C0CE8-08A2-D34F-90EF-4CA5903F0327}" dt="2023-02-28T16:58:42.357" v="123" actId="478"/>
          <ac:picMkLst>
            <pc:docMk/>
            <pc:sldMasterMk cId="2358386370" sldId="2147483648"/>
            <ac:picMk id="2" creationId="{C4A47B86-22F0-8F3C-7368-93F107799B23}"/>
          </ac:picMkLst>
        </pc:picChg>
        <pc:picChg chg="add del mod">
          <ac:chgData name="Ruben Wiersma" userId="3594b430-535d-41be-b63f-97edd20b26ce" providerId="ADAL" clId="{D24C0CE8-08A2-D34F-90EF-4CA5903F0327}" dt="2023-03-03T12:21:32.356" v="3343" actId="571"/>
          <ac:picMkLst>
            <pc:docMk/>
            <pc:sldMasterMk cId="2358386370" sldId="2147483648"/>
            <ac:picMk id="2" creationId="{D12055E6-8BDE-28BB-4675-6AC898CA7E9B}"/>
          </ac:picMkLst>
        </pc:picChg>
        <pc:picChg chg="add del mod">
          <ac:chgData name="Ruben Wiersma" userId="3594b430-535d-41be-b63f-97edd20b26ce" providerId="ADAL" clId="{D24C0CE8-08A2-D34F-90EF-4CA5903F0327}" dt="2023-02-28T17:02:33.013" v="204" actId="478"/>
          <ac:picMkLst>
            <pc:docMk/>
            <pc:sldMasterMk cId="2358386370" sldId="2147483648"/>
            <ac:picMk id="5" creationId="{61988935-BDBC-885E-18CF-0B094DB57F68}"/>
          </ac:picMkLst>
        </pc:picChg>
        <pc:picChg chg="add del mod">
          <ac:chgData name="Ruben Wiersma" userId="3594b430-535d-41be-b63f-97edd20b26ce" providerId="ADAL" clId="{D24C0CE8-08A2-D34F-90EF-4CA5903F0327}" dt="2023-03-03T12:40:51.486" v="3532" actId="478"/>
          <ac:picMkLst>
            <pc:docMk/>
            <pc:sldMasterMk cId="2358386370" sldId="2147483648"/>
            <ac:picMk id="5" creationId="{767945B8-53F5-747F-4873-7D1CB9D12DDF}"/>
          </ac:picMkLst>
        </pc:picChg>
        <pc:picChg chg="add del mod">
          <ac:chgData name="Ruben Wiersma" userId="3594b430-535d-41be-b63f-97edd20b26ce" providerId="ADAL" clId="{D24C0CE8-08A2-D34F-90EF-4CA5903F0327}" dt="2023-03-03T12:25:32.074" v="3434" actId="478"/>
          <ac:picMkLst>
            <pc:docMk/>
            <pc:sldMasterMk cId="2358386370" sldId="2147483648"/>
            <ac:picMk id="7" creationId="{344B49F3-11B2-1152-FA0A-4A8464A4DE16}"/>
          </ac:picMkLst>
        </pc:picChg>
        <pc:picChg chg="mod">
          <ac:chgData name="Ruben Wiersma" userId="3594b430-535d-41be-b63f-97edd20b26ce" providerId="ADAL" clId="{D24C0CE8-08A2-D34F-90EF-4CA5903F0327}" dt="2023-03-02T16:01:12.943" v="2969"/>
          <ac:picMkLst>
            <pc:docMk/>
            <pc:sldMasterMk cId="2358386370" sldId="2147483648"/>
            <ac:picMk id="7" creationId="{C4FF5530-DC7E-5183-7F7A-2E7218BF2A58}"/>
          </ac:picMkLst>
        </pc:picChg>
        <pc:picChg chg="add del mod">
          <ac:chgData name="Ruben Wiersma" userId="3594b430-535d-41be-b63f-97edd20b26ce" providerId="ADAL" clId="{D24C0CE8-08A2-D34F-90EF-4CA5903F0327}" dt="2023-02-28T17:02:34.072" v="205" actId="478"/>
          <ac:picMkLst>
            <pc:docMk/>
            <pc:sldMasterMk cId="2358386370" sldId="2147483648"/>
            <ac:picMk id="8" creationId="{064925F9-FAF6-8273-EA30-D4485397C2B6}"/>
          </ac:picMkLst>
        </pc:picChg>
        <pc:picChg chg="mod">
          <ac:chgData name="Ruben Wiersma" userId="3594b430-535d-41be-b63f-97edd20b26ce" providerId="ADAL" clId="{D24C0CE8-08A2-D34F-90EF-4CA5903F0327}" dt="2023-03-09T20:01:44.329" v="3750"/>
          <ac:picMkLst>
            <pc:docMk/>
            <pc:sldMasterMk cId="2358386370" sldId="2147483648"/>
            <ac:picMk id="8" creationId="{8A974C21-68F1-B3DA-0257-7BD725810EE1}"/>
          </ac:picMkLst>
        </pc:picChg>
        <pc:picChg chg="add del mod">
          <ac:chgData name="Ruben Wiersma" userId="3594b430-535d-41be-b63f-97edd20b26ce" providerId="ADAL" clId="{D24C0CE8-08A2-D34F-90EF-4CA5903F0327}" dt="2023-03-03T12:23:14.561" v="3395" actId="478"/>
          <ac:picMkLst>
            <pc:docMk/>
            <pc:sldMasterMk cId="2358386370" sldId="2147483648"/>
            <ac:picMk id="8" creationId="{B1A690D6-1CB2-8D67-5353-CECF365D76B8}"/>
          </ac:picMkLst>
        </pc:picChg>
        <pc:picChg chg="add del mod">
          <ac:chgData name="Ruben Wiersma" userId="3594b430-535d-41be-b63f-97edd20b26ce" providerId="ADAL" clId="{D24C0CE8-08A2-D34F-90EF-4CA5903F0327}" dt="2023-03-03T12:23:08.485" v="3392" actId="478"/>
          <ac:picMkLst>
            <pc:docMk/>
            <pc:sldMasterMk cId="2358386370" sldId="2147483648"/>
            <ac:picMk id="9" creationId="{18405CD7-CD1B-8174-5D99-C37E8268DACE}"/>
          </ac:picMkLst>
        </pc:picChg>
        <pc:picChg chg="add mod">
          <ac:chgData name="Ruben Wiersma" userId="3594b430-535d-41be-b63f-97edd20b26ce" providerId="ADAL" clId="{D24C0CE8-08A2-D34F-90EF-4CA5903F0327}" dt="2023-03-03T12:40:43.995" v="3530" actId="571"/>
          <ac:picMkLst>
            <pc:docMk/>
            <pc:sldMasterMk cId="2358386370" sldId="2147483648"/>
            <ac:picMk id="9" creationId="{DA3BD1C2-9435-DC1C-856B-F5023E79E223}"/>
          </ac:picMkLst>
        </pc:picChg>
        <pc:picChg chg="add mod">
          <ac:chgData name="Ruben Wiersma" userId="3594b430-535d-41be-b63f-97edd20b26ce" providerId="ADAL" clId="{D24C0CE8-08A2-D34F-90EF-4CA5903F0327}" dt="2023-03-03T12:21:53.418" v="3351" actId="571"/>
          <ac:picMkLst>
            <pc:docMk/>
            <pc:sldMasterMk cId="2358386370" sldId="2147483648"/>
            <ac:picMk id="10" creationId="{13C5A4CB-6FBF-920B-7EBD-6D70482641DF}"/>
          </ac:picMkLst>
        </pc:picChg>
        <pc:picChg chg="add del mod topLvl">
          <ac:chgData name="Ruben Wiersma" userId="3594b430-535d-41be-b63f-97edd20b26ce" providerId="ADAL" clId="{D24C0CE8-08A2-D34F-90EF-4CA5903F0327}" dt="2023-03-02T16:01:41.127" v="2981" actId="478"/>
          <ac:picMkLst>
            <pc:docMk/>
            <pc:sldMasterMk cId="2358386370" sldId="2147483648"/>
            <ac:picMk id="10" creationId="{33AF5FDD-1E84-912C-C903-A9BBA623E1AB}"/>
          </ac:picMkLst>
        </pc:picChg>
        <pc:picChg chg="add del mod">
          <ac:chgData name="Ruben Wiersma" userId="3594b430-535d-41be-b63f-97edd20b26ce" providerId="ADAL" clId="{D24C0CE8-08A2-D34F-90EF-4CA5903F0327}" dt="2023-02-28T16:51:40.586" v="24" actId="931"/>
          <ac:picMkLst>
            <pc:docMk/>
            <pc:sldMasterMk cId="2358386370" sldId="2147483648"/>
            <ac:picMk id="10" creationId="{4F1BA70C-2B6B-7809-3081-37B679BF4FE9}"/>
          </ac:picMkLst>
        </pc:picChg>
        <pc:picChg chg="mod">
          <ac:chgData name="Ruben Wiersma" userId="3594b430-535d-41be-b63f-97edd20b26ce" providerId="ADAL" clId="{D24C0CE8-08A2-D34F-90EF-4CA5903F0327}" dt="2023-03-02T16:01:16.841" v="2972"/>
          <ac:picMkLst>
            <pc:docMk/>
            <pc:sldMasterMk cId="2358386370" sldId="2147483648"/>
            <ac:picMk id="12" creationId="{83F6DFF8-FDE4-CCED-AACA-89A2AF069719}"/>
          </ac:picMkLst>
        </pc:picChg>
        <pc:picChg chg="add del mod">
          <ac:chgData name="Ruben Wiersma" userId="3594b430-535d-41be-b63f-97edd20b26ce" providerId="ADAL" clId="{D24C0CE8-08A2-D34F-90EF-4CA5903F0327}" dt="2023-03-02T09:10:35.297" v="2839" actId="478"/>
          <ac:picMkLst>
            <pc:docMk/>
            <pc:sldMasterMk cId="2358386370" sldId="2147483648"/>
            <ac:picMk id="15" creationId="{979E1F93-0293-DB23-83B6-410EAD058950}"/>
          </ac:picMkLst>
        </pc:picChg>
        <pc:picChg chg="add mod">
          <ac:chgData name="Ruben Wiersma" userId="3594b430-535d-41be-b63f-97edd20b26ce" providerId="ADAL" clId="{D24C0CE8-08A2-D34F-90EF-4CA5903F0327}" dt="2023-02-28T17:25:43.957" v="859" actId="1036"/>
          <ac:picMkLst>
            <pc:docMk/>
            <pc:sldMasterMk cId="2358386370" sldId="2147483648"/>
            <ac:picMk id="15" creationId="{FF0EBBB6-9D06-B2C0-6473-13F63055CFAF}"/>
          </ac:picMkLst>
        </pc:picChg>
        <pc:picChg chg="add del mod">
          <ac:chgData name="Ruben Wiersma" userId="3594b430-535d-41be-b63f-97edd20b26ce" providerId="ADAL" clId="{D24C0CE8-08A2-D34F-90EF-4CA5903F0327}" dt="2023-03-02T09:10:35.297" v="2839" actId="478"/>
          <ac:picMkLst>
            <pc:docMk/>
            <pc:sldMasterMk cId="2358386370" sldId="2147483648"/>
            <ac:picMk id="16" creationId="{9C773DA5-973A-3988-9877-D4A319B26170}"/>
          </ac:picMkLst>
        </pc:picChg>
        <pc:picChg chg="add del mod">
          <ac:chgData name="Ruben Wiersma" userId="3594b430-535d-41be-b63f-97edd20b26ce" providerId="ADAL" clId="{D24C0CE8-08A2-D34F-90EF-4CA5903F0327}" dt="2023-02-28T16:54:15.779" v="38" actId="478"/>
          <ac:picMkLst>
            <pc:docMk/>
            <pc:sldMasterMk cId="2358386370" sldId="2147483648"/>
            <ac:picMk id="17" creationId="{02D95232-52A1-CA3D-FAC2-220DB904AEAC}"/>
          </ac:picMkLst>
        </pc:picChg>
        <pc:picChg chg="add del mod">
          <ac:chgData name="Ruben Wiersma" userId="3594b430-535d-41be-b63f-97edd20b26ce" providerId="ADAL" clId="{D24C0CE8-08A2-D34F-90EF-4CA5903F0327}" dt="2023-03-02T09:10:35.297" v="2839" actId="478"/>
          <ac:picMkLst>
            <pc:docMk/>
            <pc:sldMasterMk cId="2358386370" sldId="2147483648"/>
            <ac:picMk id="17" creationId="{AB260A07-511F-E8C7-58FD-EC9EE05EBF03}"/>
          </ac:picMkLst>
        </pc:picChg>
        <pc:picChg chg="mod">
          <ac:chgData name="Ruben Wiersma" userId="3594b430-535d-41be-b63f-97edd20b26ce" providerId="ADAL" clId="{D24C0CE8-08A2-D34F-90EF-4CA5903F0327}" dt="2023-03-02T16:02:08.483" v="2987"/>
          <ac:picMkLst>
            <pc:docMk/>
            <pc:sldMasterMk cId="2358386370" sldId="2147483648"/>
            <ac:picMk id="17" creationId="{D574B9E8-37EF-5C49-65EC-2904A74B09E2}"/>
          </ac:picMkLst>
        </pc:picChg>
        <pc:picChg chg="del mod">
          <ac:chgData name="Ruben Wiersma" userId="3594b430-535d-41be-b63f-97edd20b26ce" providerId="ADAL" clId="{D24C0CE8-08A2-D34F-90EF-4CA5903F0327}" dt="2023-03-02T09:10:35.297" v="2839" actId="478"/>
          <ac:picMkLst>
            <pc:docMk/>
            <pc:sldMasterMk cId="2358386370" sldId="2147483648"/>
            <ac:picMk id="18" creationId="{2FAA94BF-A1D1-B10E-3E66-340E85CB7849}"/>
          </ac:picMkLst>
        </pc:picChg>
        <pc:picChg chg="mod topLvl">
          <ac:chgData name="Ruben Wiersma" userId="3594b430-535d-41be-b63f-97edd20b26ce" providerId="ADAL" clId="{D24C0CE8-08A2-D34F-90EF-4CA5903F0327}" dt="2023-03-03T12:42:40.809" v="3555" actId="1076"/>
          <ac:picMkLst>
            <pc:docMk/>
            <pc:sldMasterMk cId="2358386370" sldId="2147483648"/>
            <ac:picMk id="20" creationId="{C73EFC11-07CB-8EDC-128E-FE17A5A32E5C}"/>
          </ac:picMkLst>
        </pc:picChg>
        <pc:picChg chg="mod">
          <ac:chgData name="Ruben Wiersma" userId="3594b430-535d-41be-b63f-97edd20b26ce" providerId="ADAL" clId="{D24C0CE8-08A2-D34F-90EF-4CA5903F0327}" dt="2023-03-03T12:47:42.845" v="3586" actId="1037"/>
          <ac:picMkLst>
            <pc:docMk/>
            <pc:sldMasterMk cId="2358386370" sldId="2147483648"/>
            <ac:picMk id="21" creationId="{2F438B3D-581C-863E-74B6-98BF36C38BFA}"/>
          </ac:picMkLst>
        </pc:picChg>
        <pc:picChg chg="mod">
          <ac:chgData name="Ruben Wiersma" userId="3594b430-535d-41be-b63f-97edd20b26ce" providerId="ADAL" clId="{D24C0CE8-08A2-D34F-90EF-4CA5903F0327}" dt="2023-03-02T09:10:46.822" v="2842"/>
          <ac:picMkLst>
            <pc:docMk/>
            <pc:sldMasterMk cId="2358386370" sldId="2147483648"/>
            <ac:picMk id="22" creationId="{200321CA-4E21-E451-D11D-508C4647590F}"/>
          </ac:picMkLst>
        </pc:picChg>
        <pc:picChg chg="add del mod">
          <ac:chgData name="Ruben Wiersma" userId="3594b430-535d-41be-b63f-97edd20b26ce" providerId="ADAL" clId="{D24C0CE8-08A2-D34F-90EF-4CA5903F0327}" dt="2023-02-28T16:55:34.829" v="76" actId="478"/>
          <ac:picMkLst>
            <pc:docMk/>
            <pc:sldMasterMk cId="2358386370" sldId="2147483648"/>
            <ac:picMk id="22" creationId="{B691F26B-6DEC-167F-475A-24F0B34193EC}"/>
          </ac:picMkLst>
        </pc:picChg>
        <pc:picChg chg="add mod">
          <ac:chgData name="Ruben Wiersma" userId="3594b430-535d-41be-b63f-97edd20b26ce" providerId="ADAL" clId="{D24C0CE8-08A2-D34F-90EF-4CA5903F0327}" dt="2023-03-03T12:42:31.431" v="3554" actId="1076"/>
          <ac:picMkLst>
            <pc:docMk/>
            <pc:sldMasterMk cId="2358386370" sldId="2147483648"/>
            <ac:picMk id="23" creationId="{91ED5C52-95CE-C96E-0690-A871FA5DA466}"/>
          </ac:picMkLst>
        </pc:picChg>
        <pc:picChg chg="add del mod">
          <ac:chgData name="Ruben Wiersma" userId="3594b430-535d-41be-b63f-97edd20b26ce" providerId="ADAL" clId="{D24C0CE8-08A2-D34F-90EF-4CA5903F0327}" dt="2023-03-02T09:11:29.290" v="2873" actId="478"/>
          <ac:picMkLst>
            <pc:docMk/>
            <pc:sldMasterMk cId="2358386370" sldId="2147483648"/>
            <ac:picMk id="24" creationId="{7A7E66AE-FEA6-63F2-2213-18F43D28FDD5}"/>
          </ac:picMkLst>
        </pc:picChg>
        <pc:picChg chg="mod">
          <ac:chgData name="Ruben Wiersma" userId="3594b430-535d-41be-b63f-97edd20b26ce" providerId="ADAL" clId="{D24C0CE8-08A2-D34F-90EF-4CA5903F0327}" dt="2023-03-02T09:11:22.690" v="2866" actId="571"/>
          <ac:picMkLst>
            <pc:docMk/>
            <pc:sldMasterMk cId="2358386370" sldId="2147483648"/>
            <ac:picMk id="27" creationId="{CAA6DE7F-7D9A-5F29-E1B7-5372F3F2C727}"/>
          </ac:picMkLst>
        </pc:picChg>
        <pc:picChg chg="add mod">
          <ac:chgData name="Ruben Wiersma" userId="3594b430-535d-41be-b63f-97edd20b26ce" providerId="ADAL" clId="{D24C0CE8-08A2-D34F-90EF-4CA5903F0327}" dt="2023-03-02T09:11:22.690" v="2866" actId="571"/>
          <ac:picMkLst>
            <pc:docMk/>
            <pc:sldMasterMk cId="2358386370" sldId="2147483648"/>
            <ac:picMk id="28" creationId="{72E469BF-4FAB-D4C7-1F2E-B0527A49DAB9}"/>
          </ac:picMkLst>
        </pc:picChg>
        <pc:picChg chg="mod">
          <ac:chgData name="Ruben Wiersma" userId="3594b430-535d-41be-b63f-97edd20b26ce" providerId="ADAL" clId="{D24C0CE8-08A2-D34F-90EF-4CA5903F0327}" dt="2023-03-03T12:48:01.083" v="3592"/>
          <ac:picMkLst>
            <pc:docMk/>
            <pc:sldMasterMk cId="2358386370" sldId="2147483648"/>
            <ac:picMk id="29" creationId="{A90CBC96-2946-206B-D784-63BED1CA264D}"/>
          </ac:picMkLst>
        </pc:picChg>
        <pc:picChg chg="add del">
          <ac:chgData name="Ruben Wiersma" userId="3594b430-535d-41be-b63f-97edd20b26ce" providerId="ADAL" clId="{D24C0CE8-08A2-D34F-90EF-4CA5903F0327}" dt="2023-02-28T17:14:48.858" v="489"/>
          <ac:picMkLst>
            <pc:docMk/>
            <pc:sldMasterMk cId="2358386370" sldId="2147483648"/>
            <ac:picMk id="31" creationId="{B8A47DE9-4367-F8D9-DB79-6B9B55877FF7}"/>
          </ac:picMkLst>
        </pc:picChg>
        <pc:picChg chg="add del mod">
          <ac:chgData name="Ruben Wiersma" userId="3594b430-535d-41be-b63f-97edd20b26ce" providerId="ADAL" clId="{D24C0CE8-08A2-D34F-90EF-4CA5903F0327}" dt="2023-02-28T17:16:23.189" v="565" actId="478"/>
          <ac:picMkLst>
            <pc:docMk/>
            <pc:sldMasterMk cId="2358386370" sldId="2147483648"/>
            <ac:picMk id="33" creationId="{2AE7235E-C09E-83BC-1772-3F0B09F27D49}"/>
          </ac:picMkLst>
        </pc:picChg>
        <pc:picChg chg="mod">
          <ac:chgData name="Ruben Wiersma" userId="3594b430-535d-41be-b63f-97edd20b26ce" providerId="ADAL" clId="{D24C0CE8-08A2-D34F-90EF-4CA5903F0327}" dt="2023-03-09T19:58:51.551" v="3743" actId="1036"/>
          <ac:picMkLst>
            <pc:docMk/>
            <pc:sldMasterMk cId="2358386370" sldId="2147483648"/>
            <ac:picMk id="34" creationId="{C6FBA908-6D3C-E63C-7CFD-90B64BBE7123}"/>
          </ac:picMkLst>
        </pc:picChg>
        <pc:picChg chg="add del mod">
          <ac:chgData name="Ruben Wiersma" userId="3594b430-535d-41be-b63f-97edd20b26ce" providerId="ADAL" clId="{D24C0CE8-08A2-D34F-90EF-4CA5903F0327}" dt="2023-02-28T17:17:11.655" v="572"/>
          <ac:picMkLst>
            <pc:docMk/>
            <pc:sldMasterMk cId="2358386370" sldId="2147483648"/>
            <ac:picMk id="37" creationId="{3DDF0543-17FE-A403-F048-B7E4126F4FDE}"/>
          </ac:picMkLst>
        </pc:picChg>
        <pc:picChg chg="add del">
          <ac:chgData name="Ruben Wiersma" userId="3594b430-535d-41be-b63f-97edd20b26ce" providerId="ADAL" clId="{D24C0CE8-08A2-D34F-90EF-4CA5903F0327}" dt="2023-02-28T17:17:14.602" v="574"/>
          <ac:picMkLst>
            <pc:docMk/>
            <pc:sldMasterMk cId="2358386370" sldId="2147483648"/>
            <ac:picMk id="38" creationId="{1BC84ED7-30F1-4131-F146-567F69027E72}"/>
          </ac:picMkLst>
        </pc:picChg>
        <pc:picChg chg="add del mod">
          <ac:chgData name="Ruben Wiersma" userId="3594b430-535d-41be-b63f-97edd20b26ce" providerId="ADAL" clId="{D24C0CE8-08A2-D34F-90EF-4CA5903F0327}" dt="2023-02-28T17:20:42.336" v="761" actId="478"/>
          <ac:picMkLst>
            <pc:docMk/>
            <pc:sldMasterMk cId="2358386370" sldId="2147483648"/>
            <ac:picMk id="40" creationId="{3709489F-9160-D505-49D9-87822D9134DA}"/>
          </ac:picMkLst>
        </pc:picChg>
        <pc:picChg chg="add del mod">
          <ac:chgData name="Ruben Wiersma" userId="3594b430-535d-41be-b63f-97edd20b26ce" providerId="ADAL" clId="{D24C0CE8-08A2-D34F-90EF-4CA5903F0327}" dt="2023-02-28T17:22:54.785" v="845" actId="478"/>
          <ac:picMkLst>
            <pc:docMk/>
            <pc:sldMasterMk cId="2358386370" sldId="2147483648"/>
            <ac:picMk id="45" creationId="{0FD51C4E-9CFF-4550-D90D-74C49BD17892}"/>
          </ac:picMkLst>
        </pc:picChg>
        <pc:cxnChg chg="add del mod">
          <ac:chgData name="Ruben Wiersma" userId="3594b430-535d-41be-b63f-97edd20b26ce" providerId="ADAL" clId="{D24C0CE8-08A2-D34F-90EF-4CA5903F0327}" dt="2023-03-02T09:08:38.773" v="2815" actId="478"/>
          <ac:cxnSpMkLst>
            <pc:docMk/>
            <pc:sldMasterMk cId="2358386370" sldId="2147483648"/>
            <ac:cxnSpMk id="12" creationId="{EAB6EBDD-7AAF-E0AF-4608-FD053BBCD197}"/>
          </ac:cxnSpMkLst>
        </pc:cxnChg>
        <pc:cxnChg chg="mod">
          <ac:chgData name="Ruben Wiersma" userId="3594b430-535d-41be-b63f-97edd20b26ce" providerId="ADAL" clId="{D24C0CE8-08A2-D34F-90EF-4CA5903F0327}" dt="2023-03-03T12:42:01.878" v="3549" actId="1076"/>
          <ac:cxnSpMkLst>
            <pc:docMk/>
            <pc:sldMasterMk cId="2358386370" sldId="2147483648"/>
            <ac:cxnSpMk id="13" creationId="{9E416190-7408-203E-775E-5ECBBB5A60F2}"/>
          </ac:cxnSpMkLst>
        </pc:cxnChg>
        <pc:cxnChg chg="add del mod">
          <ac:chgData name="Ruben Wiersma" userId="3594b430-535d-41be-b63f-97edd20b26ce" providerId="ADAL" clId="{D24C0CE8-08A2-D34F-90EF-4CA5903F0327}" dt="2023-02-28T17:02:37.330" v="206" actId="478"/>
          <ac:cxnSpMkLst>
            <pc:docMk/>
            <pc:sldMasterMk cId="2358386370" sldId="2147483648"/>
            <ac:cxnSpMk id="26" creationId="{9CBCD463-9018-7E94-50E0-D4DDDBC8EAFB}"/>
          </ac:cxnSpMkLst>
        </pc:cxnChg>
        <pc:sldLayoutChg chg="addSp delSp modSp">
          <pc:chgData name="Ruben Wiersma" userId="3594b430-535d-41be-b63f-97edd20b26ce" providerId="ADAL" clId="{D24C0CE8-08A2-D34F-90EF-4CA5903F0327}" dt="2023-02-28T17:10:40.133" v="291"/>
          <pc:sldLayoutMkLst>
            <pc:docMk/>
            <pc:sldMasterMk cId="2358386370" sldId="2147483648"/>
            <pc:sldLayoutMk cId="812244768" sldId="2147483649"/>
          </pc:sldLayoutMkLst>
          <pc:spChg chg="add mod">
            <ac:chgData name="Ruben Wiersma" userId="3594b430-535d-41be-b63f-97edd20b26ce" providerId="ADAL" clId="{D24C0CE8-08A2-D34F-90EF-4CA5903F0327}" dt="2023-02-28T17:10:40.133" v="291"/>
            <ac:spMkLst>
              <pc:docMk/>
              <pc:sldMasterMk cId="2358386370" sldId="2147483648"/>
              <pc:sldLayoutMk cId="812244768" sldId="2147483649"/>
              <ac:spMk id="3" creationId="{23E8D521-175F-9695-6288-70F4A34CDFC6}"/>
            </ac:spMkLst>
          </pc:spChg>
          <pc:spChg chg="add mod">
            <ac:chgData name="Ruben Wiersma" userId="3594b430-535d-41be-b63f-97edd20b26ce" providerId="ADAL" clId="{D24C0CE8-08A2-D34F-90EF-4CA5903F0327}" dt="2023-02-28T17:10:40.133" v="291"/>
            <ac:spMkLst>
              <pc:docMk/>
              <pc:sldMasterMk cId="2358386370" sldId="2147483648"/>
              <pc:sldLayoutMk cId="812244768" sldId="2147483649"/>
              <ac:spMk id="4" creationId="{D625A94A-79F3-A5C1-88DD-708289E5423F}"/>
            </ac:spMkLst>
          </pc:spChg>
          <pc:spChg chg="add mod">
            <ac:chgData name="Ruben Wiersma" userId="3594b430-535d-41be-b63f-97edd20b26ce" providerId="ADAL" clId="{D24C0CE8-08A2-D34F-90EF-4CA5903F0327}" dt="2023-02-28T17:10:40.133" v="291"/>
            <ac:spMkLst>
              <pc:docMk/>
              <pc:sldMasterMk cId="2358386370" sldId="2147483648"/>
              <pc:sldLayoutMk cId="812244768" sldId="2147483649"/>
              <ac:spMk id="5" creationId="{45DFFD3A-F370-DD24-6BE4-EE20794897BF}"/>
            </ac:spMkLst>
          </pc:spChg>
          <pc:spChg chg="del">
            <ac:chgData name="Ruben Wiersma" userId="3594b430-535d-41be-b63f-97edd20b26ce" providerId="ADAL" clId="{D24C0CE8-08A2-D34F-90EF-4CA5903F0327}" dt="2023-02-28T17:10:38.796" v="290"/>
            <ac:spMkLst>
              <pc:docMk/>
              <pc:sldMasterMk cId="2358386370" sldId="2147483648"/>
              <pc:sldLayoutMk cId="812244768" sldId="2147483649"/>
              <ac:spMk id="6" creationId="{245C01E8-C0CB-ADFC-5149-E1591470B417}"/>
            </ac:spMkLst>
          </pc:spChg>
          <pc:spChg chg="del">
            <ac:chgData name="Ruben Wiersma" userId="3594b430-535d-41be-b63f-97edd20b26ce" providerId="ADAL" clId="{D24C0CE8-08A2-D34F-90EF-4CA5903F0327}" dt="2023-02-28T17:10:38.796" v="290"/>
            <ac:spMkLst>
              <pc:docMk/>
              <pc:sldMasterMk cId="2358386370" sldId="2147483648"/>
              <pc:sldLayoutMk cId="812244768" sldId="2147483649"/>
              <ac:spMk id="9" creationId="{151C9B63-1CDD-8A51-4C42-1DB785B0ED4B}"/>
            </ac:spMkLst>
          </pc:spChg>
          <pc:spChg chg="del">
            <ac:chgData name="Ruben Wiersma" userId="3594b430-535d-41be-b63f-97edd20b26ce" providerId="ADAL" clId="{D24C0CE8-08A2-D34F-90EF-4CA5903F0327}" dt="2023-02-28T17:10:38.796" v="290"/>
            <ac:spMkLst>
              <pc:docMk/>
              <pc:sldMasterMk cId="2358386370" sldId="2147483648"/>
              <pc:sldLayoutMk cId="812244768" sldId="2147483649"/>
              <ac:spMk id="10" creationId="{A6874641-844C-216F-55B1-C8E96BEB90F9}"/>
            </ac:spMkLst>
          </pc:spChg>
        </pc:sldLayoutChg>
        <pc:sldLayoutChg chg="addSp delSp modSp mod">
          <pc:chgData name="Ruben Wiersma" userId="3594b430-535d-41be-b63f-97edd20b26ce" providerId="ADAL" clId="{D24C0CE8-08A2-D34F-90EF-4CA5903F0327}" dt="2023-02-28T17:40:57.090" v="1549" actId="6014"/>
          <pc:sldLayoutMkLst>
            <pc:docMk/>
            <pc:sldMasterMk cId="2358386370" sldId="2147483648"/>
            <pc:sldLayoutMk cId="1665907975" sldId="2147483650"/>
          </pc:sldLayoutMkLst>
          <pc:spChg chg="del">
            <ac:chgData name="Ruben Wiersma" userId="3594b430-535d-41be-b63f-97edd20b26ce" providerId="ADAL" clId="{D24C0CE8-08A2-D34F-90EF-4CA5903F0327}" dt="2023-02-28T17:10:28.034" v="286"/>
            <ac:spMkLst>
              <pc:docMk/>
              <pc:sldMasterMk cId="2358386370" sldId="2147483648"/>
              <pc:sldLayoutMk cId="1665907975" sldId="2147483650"/>
              <ac:spMk id="2" creationId="{4BA780D8-E2E1-5755-C45A-EE3E9B584B9D}"/>
            </ac:spMkLst>
          </pc:spChg>
          <pc:spChg chg="add mod">
            <ac:chgData name="Ruben Wiersma" userId="3594b430-535d-41be-b63f-97edd20b26ce" providerId="ADAL" clId="{D24C0CE8-08A2-D34F-90EF-4CA5903F0327}" dt="2023-02-28T17:10:29.833" v="287"/>
            <ac:spMkLst>
              <pc:docMk/>
              <pc:sldMasterMk cId="2358386370" sldId="2147483648"/>
              <pc:sldLayoutMk cId="1665907975" sldId="2147483650"/>
              <ac:spMk id="4" creationId="{181C3ADB-1BBE-29CD-F82F-E2B31507DB8A}"/>
            </ac:spMkLst>
          </pc:spChg>
          <pc:spChg chg="del">
            <ac:chgData name="Ruben Wiersma" userId="3594b430-535d-41be-b63f-97edd20b26ce" providerId="ADAL" clId="{D24C0CE8-08A2-D34F-90EF-4CA5903F0327}" dt="2023-02-28T17:10:31.889" v="288"/>
            <ac:spMkLst>
              <pc:docMk/>
              <pc:sldMasterMk cId="2358386370" sldId="2147483648"/>
              <pc:sldLayoutMk cId="1665907975" sldId="2147483650"/>
              <ac:spMk id="5" creationId="{820EB839-59CA-30C2-2CF7-8578954D8A7D}"/>
            </ac:spMkLst>
          </pc:spChg>
          <pc:spChg chg="add mod">
            <ac:chgData name="Ruben Wiersma" userId="3594b430-535d-41be-b63f-97edd20b26ce" providerId="ADAL" clId="{D24C0CE8-08A2-D34F-90EF-4CA5903F0327}" dt="2023-02-28T17:10:29.833" v="287"/>
            <ac:spMkLst>
              <pc:docMk/>
              <pc:sldMasterMk cId="2358386370" sldId="2147483648"/>
              <pc:sldLayoutMk cId="1665907975" sldId="2147483650"/>
              <ac:spMk id="6" creationId="{14BFCB2B-4F02-B503-C1D2-6EE8DF20074C}"/>
            </ac:spMkLst>
          </pc:spChg>
          <pc:spChg chg="add mod">
            <ac:chgData name="Ruben Wiersma" userId="3594b430-535d-41be-b63f-97edd20b26ce" providerId="ADAL" clId="{D24C0CE8-08A2-D34F-90EF-4CA5903F0327}" dt="2023-02-28T17:10:29.833" v="287"/>
            <ac:spMkLst>
              <pc:docMk/>
              <pc:sldMasterMk cId="2358386370" sldId="2147483648"/>
              <pc:sldLayoutMk cId="1665907975" sldId="2147483650"/>
              <ac:spMk id="7" creationId="{AEB28D5F-05D9-EDCA-A713-9E4713D45873}"/>
            </ac:spMkLst>
          </pc:spChg>
          <pc:spChg chg="del">
            <ac:chgData name="Ruben Wiersma" userId="3594b430-535d-41be-b63f-97edd20b26ce" providerId="ADAL" clId="{D24C0CE8-08A2-D34F-90EF-4CA5903F0327}" dt="2023-02-28T17:10:28.034" v="286"/>
            <ac:spMkLst>
              <pc:docMk/>
              <pc:sldMasterMk cId="2358386370" sldId="2147483648"/>
              <pc:sldLayoutMk cId="1665907975" sldId="2147483650"/>
              <ac:spMk id="8" creationId="{0FCCAF69-42FD-0738-D992-F65C527FA19E}"/>
            </ac:spMkLst>
          </pc:spChg>
          <pc:spChg chg="del">
            <ac:chgData name="Ruben Wiersma" userId="3594b430-535d-41be-b63f-97edd20b26ce" providerId="ADAL" clId="{D24C0CE8-08A2-D34F-90EF-4CA5903F0327}" dt="2023-02-28T17:10:28.034" v="286"/>
            <ac:spMkLst>
              <pc:docMk/>
              <pc:sldMasterMk cId="2358386370" sldId="2147483648"/>
              <pc:sldLayoutMk cId="1665907975" sldId="2147483650"/>
              <ac:spMk id="9" creationId="{83631B90-3B7D-4A58-8EC0-0026E99A4D17}"/>
            </ac:spMkLst>
          </pc:spChg>
          <pc:spChg chg="add mod">
            <ac:chgData name="Ruben Wiersma" userId="3594b430-535d-41be-b63f-97edd20b26ce" providerId="ADAL" clId="{D24C0CE8-08A2-D34F-90EF-4CA5903F0327}" dt="2023-02-28T17:10:33.346" v="289"/>
            <ac:spMkLst>
              <pc:docMk/>
              <pc:sldMasterMk cId="2358386370" sldId="2147483648"/>
              <pc:sldLayoutMk cId="1665907975" sldId="2147483650"/>
              <ac:spMk id="10" creationId="{04477822-C1C4-2ACE-C697-7C165BBEB777}"/>
            </ac:spMkLst>
          </pc:spChg>
        </pc:sldLayoutChg>
        <pc:sldLayoutChg chg="addSp delSp modSp mod setBg">
          <pc:chgData name="Ruben Wiersma" userId="3594b430-535d-41be-b63f-97edd20b26ce" providerId="ADAL" clId="{D24C0CE8-08A2-D34F-90EF-4CA5903F0327}" dt="2023-02-28T18:22:44.231" v="2541" actId="207"/>
          <pc:sldLayoutMkLst>
            <pc:docMk/>
            <pc:sldMasterMk cId="2358386370" sldId="2147483648"/>
            <pc:sldLayoutMk cId="4030547384" sldId="2147483651"/>
          </pc:sldLayoutMkLst>
          <pc:spChg chg="add mod">
            <ac:chgData name="Ruben Wiersma" userId="3594b430-535d-41be-b63f-97edd20b26ce" providerId="ADAL" clId="{D24C0CE8-08A2-D34F-90EF-4CA5903F0327}" dt="2023-02-28T18:22:44.231" v="2541" actId="207"/>
            <ac:spMkLst>
              <pc:docMk/>
              <pc:sldMasterMk cId="2358386370" sldId="2147483648"/>
              <pc:sldLayoutMk cId="4030547384" sldId="2147483651"/>
              <ac:spMk id="2" creationId="{0E46C38D-47A1-80EE-36FA-FF57460C3FD8}"/>
            </ac:spMkLst>
          </pc:spChg>
          <pc:spChg chg="add del">
            <ac:chgData name="Ruben Wiersma" userId="3594b430-535d-41be-b63f-97edd20b26ce" providerId="ADAL" clId="{D24C0CE8-08A2-D34F-90EF-4CA5903F0327}" dt="2023-02-28T18:20:09.706" v="2518" actId="478"/>
            <ac:spMkLst>
              <pc:docMk/>
              <pc:sldMasterMk cId="2358386370" sldId="2147483648"/>
              <pc:sldLayoutMk cId="4030547384" sldId="2147483651"/>
              <ac:spMk id="2" creationId="{DE109B8C-9C29-B540-4A09-6D82B40032AA}"/>
            </ac:spMkLst>
          </pc:spChg>
          <pc:spChg chg="add mod">
            <ac:chgData name="Ruben Wiersma" userId="3594b430-535d-41be-b63f-97edd20b26ce" providerId="ADAL" clId="{D24C0CE8-08A2-D34F-90EF-4CA5903F0327}" dt="2023-02-28T18:22:39.140" v="2540"/>
            <ac:spMkLst>
              <pc:docMk/>
              <pc:sldMasterMk cId="2358386370" sldId="2147483648"/>
              <pc:sldLayoutMk cId="4030547384" sldId="2147483651"/>
              <ac:spMk id="3" creationId="{46861E4F-374C-3603-4897-E3558FC169D2}"/>
            </ac:spMkLst>
          </pc:spChg>
          <pc:spChg chg="del">
            <ac:chgData name="Ruben Wiersma" userId="3594b430-535d-41be-b63f-97edd20b26ce" providerId="ADAL" clId="{D24C0CE8-08A2-D34F-90EF-4CA5903F0327}" dt="2023-02-28T18:20:09.706" v="2518" actId="478"/>
            <ac:spMkLst>
              <pc:docMk/>
              <pc:sldMasterMk cId="2358386370" sldId="2147483648"/>
              <pc:sldLayoutMk cId="4030547384" sldId="2147483651"/>
              <ac:spMk id="3" creationId="{512857C7-FE0A-41D5-9CDD-28D00B4E99D3}"/>
            </ac:spMkLst>
          </pc:spChg>
          <pc:spChg chg="add mod">
            <ac:chgData name="Ruben Wiersma" userId="3594b430-535d-41be-b63f-97edd20b26ce" providerId="ADAL" clId="{D24C0CE8-08A2-D34F-90EF-4CA5903F0327}" dt="2023-02-28T17:10:19.016" v="285"/>
            <ac:spMkLst>
              <pc:docMk/>
              <pc:sldMasterMk cId="2358386370" sldId="2147483648"/>
              <pc:sldLayoutMk cId="4030547384" sldId="2147483651"/>
              <ac:spMk id="4" creationId="{7F2B47A4-4E92-0669-59FB-A810CD0C7963}"/>
            </ac:spMkLst>
          </pc:spChg>
          <pc:spChg chg="add del mod">
            <ac:chgData name="Ruben Wiersma" userId="3594b430-535d-41be-b63f-97edd20b26ce" providerId="ADAL" clId="{D24C0CE8-08A2-D34F-90EF-4CA5903F0327}" dt="2023-02-28T18:22:38.853" v="2539" actId="478"/>
            <ac:spMkLst>
              <pc:docMk/>
              <pc:sldMasterMk cId="2358386370" sldId="2147483648"/>
              <pc:sldLayoutMk cId="4030547384" sldId="2147483651"/>
              <ac:spMk id="5" creationId="{B027C8BA-A917-9112-2307-036ECADA247E}"/>
            </ac:spMkLst>
          </pc:spChg>
          <pc:spChg chg="del">
            <ac:chgData name="Ruben Wiersma" userId="3594b430-535d-41be-b63f-97edd20b26ce" providerId="ADAL" clId="{D24C0CE8-08A2-D34F-90EF-4CA5903F0327}" dt="2023-02-28T17:10:17.419" v="284"/>
            <ac:spMkLst>
              <pc:docMk/>
              <pc:sldMasterMk cId="2358386370" sldId="2147483648"/>
              <pc:sldLayoutMk cId="4030547384" sldId="2147483651"/>
              <ac:spMk id="5" creationId="{F4F39EA0-A2FF-4641-F30D-6CBC5E77C06D}"/>
            </ac:spMkLst>
          </pc:spChg>
          <pc:spChg chg="add mod">
            <ac:chgData name="Ruben Wiersma" userId="3594b430-535d-41be-b63f-97edd20b26ce" providerId="ADAL" clId="{D24C0CE8-08A2-D34F-90EF-4CA5903F0327}" dt="2023-02-28T17:10:19.016" v="285"/>
            <ac:spMkLst>
              <pc:docMk/>
              <pc:sldMasterMk cId="2358386370" sldId="2147483648"/>
              <pc:sldLayoutMk cId="4030547384" sldId="2147483651"/>
              <ac:spMk id="6" creationId="{A69E1E20-C4BB-F057-6117-CB7CA81AB14F}"/>
            </ac:spMkLst>
          </pc:spChg>
          <pc:spChg chg="add del mod">
            <ac:chgData name="Ruben Wiersma" userId="3594b430-535d-41be-b63f-97edd20b26ce" providerId="ADAL" clId="{D24C0CE8-08A2-D34F-90EF-4CA5903F0327}" dt="2023-02-28T18:22:38.853" v="2539" actId="478"/>
            <ac:spMkLst>
              <pc:docMk/>
              <pc:sldMasterMk cId="2358386370" sldId="2147483648"/>
              <pc:sldLayoutMk cId="4030547384" sldId="2147483651"/>
              <ac:spMk id="7" creationId="{2C712310-BCFA-590E-B99D-A18DD694C9D4}"/>
            </ac:spMkLst>
          </pc:spChg>
          <pc:spChg chg="del">
            <ac:chgData name="Ruben Wiersma" userId="3594b430-535d-41be-b63f-97edd20b26ce" providerId="ADAL" clId="{D24C0CE8-08A2-D34F-90EF-4CA5903F0327}" dt="2023-02-28T17:10:17.419" v="284"/>
            <ac:spMkLst>
              <pc:docMk/>
              <pc:sldMasterMk cId="2358386370" sldId="2147483648"/>
              <pc:sldLayoutMk cId="4030547384" sldId="2147483651"/>
              <ac:spMk id="7" creationId="{D53E3275-E0B5-3B1E-2432-108088516C86}"/>
            </ac:spMkLst>
          </pc:spChg>
          <pc:spChg chg="del">
            <ac:chgData name="Ruben Wiersma" userId="3594b430-535d-41be-b63f-97edd20b26ce" providerId="ADAL" clId="{D24C0CE8-08A2-D34F-90EF-4CA5903F0327}" dt="2023-02-28T17:10:17.419" v="284"/>
            <ac:spMkLst>
              <pc:docMk/>
              <pc:sldMasterMk cId="2358386370" sldId="2147483648"/>
              <pc:sldLayoutMk cId="4030547384" sldId="2147483651"/>
              <ac:spMk id="8" creationId="{DFD8FE29-C58E-31D2-A4F5-60193DF0559F}"/>
            </ac:spMkLst>
          </pc:spChg>
          <pc:spChg chg="add mod">
            <ac:chgData name="Ruben Wiersma" userId="3594b430-535d-41be-b63f-97edd20b26ce" providerId="ADAL" clId="{D24C0CE8-08A2-D34F-90EF-4CA5903F0327}" dt="2023-02-28T17:10:19.016" v="285"/>
            <ac:spMkLst>
              <pc:docMk/>
              <pc:sldMasterMk cId="2358386370" sldId="2147483648"/>
              <pc:sldLayoutMk cId="4030547384" sldId="2147483651"/>
              <ac:spMk id="9" creationId="{319E9274-9D33-B7F7-3EAE-2334928F30EB}"/>
            </ac:spMkLst>
          </pc:spChg>
        </pc:sldLayoutChg>
        <pc:sldLayoutChg chg="del">
          <pc:chgData name="Ruben Wiersma" userId="3594b430-535d-41be-b63f-97edd20b26ce" providerId="ADAL" clId="{D24C0CE8-08A2-D34F-90EF-4CA5903F0327}" dt="2023-02-28T17:09:56.482" v="281" actId="2696"/>
          <pc:sldLayoutMkLst>
            <pc:docMk/>
            <pc:sldMasterMk cId="2358386370" sldId="2147483648"/>
            <pc:sldLayoutMk cId="1866905537" sldId="2147483652"/>
          </pc:sldLayoutMkLst>
        </pc:sldLayoutChg>
        <pc:sldLayoutChg chg="del">
          <pc:chgData name="Ruben Wiersma" userId="3594b430-535d-41be-b63f-97edd20b26ce" providerId="ADAL" clId="{D24C0CE8-08A2-D34F-90EF-4CA5903F0327}" dt="2023-02-28T17:09:42.688" v="277" actId="2696"/>
          <pc:sldLayoutMkLst>
            <pc:docMk/>
            <pc:sldMasterMk cId="2358386370" sldId="2147483648"/>
            <pc:sldLayoutMk cId="75274349" sldId="2147483653"/>
          </pc:sldLayoutMkLst>
        </pc:sldLayoutChg>
        <pc:sldLayoutChg chg="del">
          <pc:chgData name="Ruben Wiersma" userId="3594b430-535d-41be-b63f-97edd20b26ce" providerId="ADAL" clId="{D24C0CE8-08A2-D34F-90EF-4CA5903F0327}" dt="2023-02-28T17:09:21.070" v="273" actId="2696"/>
          <pc:sldLayoutMkLst>
            <pc:docMk/>
            <pc:sldMasterMk cId="2358386370" sldId="2147483648"/>
            <pc:sldLayoutMk cId="3909440368" sldId="2147483654"/>
          </pc:sldLayoutMkLst>
        </pc:sldLayoutChg>
        <pc:sldLayoutChg chg="del">
          <pc:chgData name="Ruben Wiersma" userId="3594b430-535d-41be-b63f-97edd20b26ce" providerId="ADAL" clId="{D24C0CE8-08A2-D34F-90EF-4CA5903F0327}" dt="2023-02-28T17:09:11.541" v="267" actId="2696"/>
          <pc:sldLayoutMkLst>
            <pc:docMk/>
            <pc:sldMasterMk cId="2358386370" sldId="2147483648"/>
            <pc:sldLayoutMk cId="1400802098" sldId="2147483655"/>
          </pc:sldLayoutMkLst>
        </pc:sldLayoutChg>
        <pc:sldLayoutChg chg="new del mod">
          <pc:chgData name="Ruben Wiersma" userId="3594b430-535d-41be-b63f-97edd20b26ce" providerId="ADAL" clId="{D24C0CE8-08A2-D34F-90EF-4CA5903F0327}" dt="2023-02-28T16:50:05.142" v="18" actId="2696"/>
          <pc:sldLayoutMkLst>
            <pc:docMk/>
            <pc:sldMasterMk cId="2358386370" sldId="2147483648"/>
            <pc:sldLayoutMk cId="587832756" sldId="2147483656"/>
          </pc:sldLayoutMkLst>
        </pc:sldLayoutChg>
        <pc:sldLayoutChg chg="new del mod">
          <pc:chgData name="Ruben Wiersma" userId="3594b430-535d-41be-b63f-97edd20b26ce" providerId="ADAL" clId="{D24C0CE8-08A2-D34F-90EF-4CA5903F0327}" dt="2023-02-28T16:49:48.790" v="14" actId="2696"/>
          <pc:sldLayoutMkLst>
            <pc:docMk/>
            <pc:sldMasterMk cId="2358386370" sldId="2147483648"/>
            <pc:sldLayoutMk cId="646187843" sldId="2147483656"/>
          </pc:sldLayoutMkLst>
        </pc:sldLayoutChg>
        <pc:sldLayoutChg chg="addSp delSp modSp new mod">
          <pc:chgData name="Ruben Wiersma" userId="3594b430-535d-41be-b63f-97edd20b26ce" providerId="ADAL" clId="{D24C0CE8-08A2-D34F-90EF-4CA5903F0327}" dt="2023-02-28T17:41:25.568" v="1554" actId="6014"/>
          <pc:sldLayoutMkLst>
            <pc:docMk/>
            <pc:sldMasterMk cId="2358386370" sldId="2147483648"/>
            <pc:sldLayoutMk cId="1240500133" sldId="2147483656"/>
          </pc:sldLayoutMkLst>
          <pc:spChg chg="del">
            <ac:chgData name="Ruben Wiersma" userId="3594b430-535d-41be-b63f-97edd20b26ce" providerId="ADAL" clId="{D24C0CE8-08A2-D34F-90EF-4CA5903F0327}" dt="2023-02-28T17:09:15.454" v="270" actId="478"/>
            <ac:spMkLst>
              <pc:docMk/>
              <pc:sldMasterMk cId="2358386370" sldId="2147483648"/>
              <pc:sldLayoutMk cId="1240500133" sldId="2147483656"/>
              <ac:spMk id="2" creationId="{8DF310E5-A050-3C32-3A59-39CB761BDAE4}"/>
            </ac:spMkLst>
          </pc:spChg>
          <pc:spChg chg="add del">
            <ac:chgData name="Ruben Wiersma" userId="3594b430-535d-41be-b63f-97edd20b26ce" providerId="ADAL" clId="{D24C0CE8-08A2-D34F-90EF-4CA5903F0327}" dt="2023-02-28T17:09:14.444" v="269" actId="11529"/>
            <ac:spMkLst>
              <pc:docMk/>
              <pc:sldMasterMk cId="2358386370" sldId="2147483648"/>
              <pc:sldLayoutMk cId="1240500133" sldId="2147483656"/>
              <ac:spMk id="6" creationId="{8CBC26CF-7787-74A0-6BE4-034D152F36B2}"/>
            </ac:spMkLst>
          </pc:spChg>
          <pc:spChg chg="add del mod">
            <ac:chgData name="Ruben Wiersma" userId="3594b430-535d-41be-b63f-97edd20b26ce" providerId="ADAL" clId="{D24C0CE8-08A2-D34F-90EF-4CA5903F0327}" dt="2023-02-28T17:09:14.444" v="269" actId="11529"/>
            <ac:spMkLst>
              <pc:docMk/>
              <pc:sldMasterMk cId="2358386370" sldId="2147483648"/>
              <pc:sldLayoutMk cId="1240500133" sldId="2147483656"/>
              <ac:spMk id="7" creationId="{470F7496-B8DD-9325-1BA7-5C8A63D619E9}"/>
            </ac:spMkLst>
          </pc:spChg>
        </pc:sldLayoutChg>
        <pc:sldLayoutChg chg="new del mod">
          <pc:chgData name="Ruben Wiersma" userId="3594b430-535d-41be-b63f-97edd20b26ce" providerId="ADAL" clId="{D24C0CE8-08A2-D34F-90EF-4CA5903F0327}" dt="2023-02-28T16:49:44.295" v="12" actId="11236"/>
          <pc:sldLayoutMkLst>
            <pc:docMk/>
            <pc:sldMasterMk cId="2358386370" sldId="2147483648"/>
            <pc:sldLayoutMk cId="1962235310" sldId="2147483656"/>
          </pc:sldLayoutMkLst>
        </pc:sldLayoutChg>
        <pc:sldLayoutChg chg="new mod ord">
          <pc:chgData name="Ruben Wiersma" userId="3594b430-535d-41be-b63f-97edd20b26ce" providerId="ADAL" clId="{D24C0CE8-08A2-D34F-90EF-4CA5903F0327}" dt="2023-02-28T17:41:19.477" v="1553" actId="6014"/>
          <pc:sldLayoutMkLst>
            <pc:docMk/>
            <pc:sldMasterMk cId="2358386370" sldId="2147483648"/>
            <pc:sldLayoutMk cId="1797639053" sldId="2147483657"/>
          </pc:sldLayoutMkLst>
        </pc:sldLayoutChg>
        <pc:sldLayoutChg chg="new del mod">
          <pc:chgData name="Ruben Wiersma" userId="3594b430-535d-41be-b63f-97edd20b26ce" providerId="ADAL" clId="{D24C0CE8-08A2-D34F-90EF-4CA5903F0327}" dt="2023-02-28T16:50:04.652" v="17" actId="2696"/>
          <pc:sldLayoutMkLst>
            <pc:docMk/>
            <pc:sldMasterMk cId="2358386370" sldId="2147483648"/>
            <pc:sldLayoutMk cId="3332212305" sldId="2147483657"/>
          </pc:sldLayoutMkLst>
        </pc:sldLayoutChg>
        <pc:sldLayoutChg chg="addSp modSp new del mod">
          <pc:chgData name="Ruben Wiersma" userId="3594b430-535d-41be-b63f-97edd20b26ce" providerId="ADAL" clId="{D24C0CE8-08A2-D34F-90EF-4CA5903F0327}" dt="2023-02-28T17:41:10.555" v="1552" actId="2696"/>
          <pc:sldLayoutMkLst>
            <pc:docMk/>
            <pc:sldMasterMk cId="2358386370" sldId="2147483648"/>
            <pc:sldLayoutMk cId="2058496118" sldId="2147483658"/>
          </pc:sldLayoutMkLst>
          <pc:spChg chg="mod">
            <ac:chgData name="Ruben Wiersma" userId="3594b430-535d-41be-b63f-97edd20b26ce" providerId="ADAL" clId="{D24C0CE8-08A2-D34F-90EF-4CA5903F0327}" dt="2023-02-28T17:09:40.133" v="276" actId="14100"/>
            <ac:spMkLst>
              <pc:docMk/>
              <pc:sldMasterMk cId="2358386370" sldId="2147483648"/>
              <pc:sldLayoutMk cId="2058496118" sldId="2147483658"/>
              <ac:spMk id="2" creationId="{549B0953-4181-BF4B-1790-D73C9F64730A}"/>
            </ac:spMkLst>
          </pc:spChg>
          <pc:spChg chg="add mod">
            <ac:chgData name="Ruben Wiersma" userId="3594b430-535d-41be-b63f-97edd20b26ce" providerId="ADAL" clId="{D24C0CE8-08A2-D34F-90EF-4CA5903F0327}" dt="2023-02-28T17:09:32.681" v="275"/>
            <ac:spMkLst>
              <pc:docMk/>
              <pc:sldMasterMk cId="2358386370" sldId="2147483648"/>
              <pc:sldLayoutMk cId="2058496118" sldId="2147483658"/>
              <ac:spMk id="6" creationId="{87E1A958-7AD3-2D2F-2408-D4757BB92651}"/>
            </ac:spMkLst>
          </pc:spChg>
          <pc:spChg chg="add mod">
            <ac:chgData name="Ruben Wiersma" userId="3594b430-535d-41be-b63f-97edd20b26ce" providerId="ADAL" clId="{D24C0CE8-08A2-D34F-90EF-4CA5903F0327}" dt="2023-02-28T17:09:32.681" v="275"/>
            <ac:spMkLst>
              <pc:docMk/>
              <pc:sldMasterMk cId="2358386370" sldId="2147483648"/>
              <pc:sldLayoutMk cId="2058496118" sldId="2147483658"/>
              <ac:spMk id="7" creationId="{B8325521-CDDA-1945-424C-DFE356D06D2D}"/>
            </ac:spMkLst>
          </pc:spChg>
          <pc:spChg chg="add mod">
            <ac:chgData name="Ruben Wiersma" userId="3594b430-535d-41be-b63f-97edd20b26ce" providerId="ADAL" clId="{D24C0CE8-08A2-D34F-90EF-4CA5903F0327}" dt="2023-02-28T17:09:32.681" v="275"/>
            <ac:spMkLst>
              <pc:docMk/>
              <pc:sldMasterMk cId="2358386370" sldId="2147483648"/>
              <pc:sldLayoutMk cId="2058496118" sldId="2147483658"/>
              <ac:spMk id="8" creationId="{88B0794F-0054-8528-3B8F-F7AC7470350D}"/>
            </ac:spMkLst>
          </pc:spChg>
          <pc:spChg chg="add mod">
            <ac:chgData name="Ruben Wiersma" userId="3594b430-535d-41be-b63f-97edd20b26ce" providerId="ADAL" clId="{D24C0CE8-08A2-D34F-90EF-4CA5903F0327}" dt="2023-02-28T17:09:32.681" v="275"/>
            <ac:spMkLst>
              <pc:docMk/>
              <pc:sldMasterMk cId="2358386370" sldId="2147483648"/>
              <pc:sldLayoutMk cId="2058496118" sldId="2147483658"/>
              <ac:spMk id="9" creationId="{47514A48-D5C9-5F46-A637-7FC384DF7880}"/>
            </ac:spMkLst>
          </pc:spChg>
        </pc:sldLayoutChg>
        <pc:sldLayoutChg chg="addSp modSp new del mod">
          <pc:chgData name="Ruben Wiersma" userId="3594b430-535d-41be-b63f-97edd20b26ce" providerId="ADAL" clId="{D24C0CE8-08A2-D34F-90EF-4CA5903F0327}" dt="2023-02-28T17:41:09.498" v="1551" actId="2696"/>
          <pc:sldLayoutMkLst>
            <pc:docMk/>
            <pc:sldMasterMk cId="2358386370" sldId="2147483648"/>
            <pc:sldLayoutMk cId="1516364085" sldId="2147483659"/>
          </pc:sldLayoutMkLst>
          <pc:spChg chg="mod">
            <ac:chgData name="Ruben Wiersma" userId="3594b430-535d-41be-b63f-97edd20b26ce" providerId="ADAL" clId="{D24C0CE8-08A2-D34F-90EF-4CA5903F0327}" dt="2023-02-28T17:09:55.194" v="280" actId="14100"/>
            <ac:spMkLst>
              <pc:docMk/>
              <pc:sldMasterMk cId="2358386370" sldId="2147483648"/>
              <pc:sldLayoutMk cId="1516364085" sldId="2147483659"/>
              <ac:spMk id="2" creationId="{BE5DD7B1-92B4-9C4E-62AB-CE838B8AD6A3}"/>
            </ac:spMkLst>
          </pc:spChg>
          <pc:spChg chg="add mod">
            <ac:chgData name="Ruben Wiersma" userId="3594b430-535d-41be-b63f-97edd20b26ce" providerId="ADAL" clId="{D24C0CE8-08A2-D34F-90EF-4CA5903F0327}" dt="2023-02-28T17:09:52.523" v="279"/>
            <ac:spMkLst>
              <pc:docMk/>
              <pc:sldMasterMk cId="2358386370" sldId="2147483648"/>
              <pc:sldLayoutMk cId="1516364085" sldId="2147483659"/>
              <ac:spMk id="6" creationId="{1303A5C9-96CD-B94F-0703-262FA38AAB44}"/>
            </ac:spMkLst>
          </pc:spChg>
          <pc:spChg chg="add mod">
            <ac:chgData name="Ruben Wiersma" userId="3594b430-535d-41be-b63f-97edd20b26ce" providerId="ADAL" clId="{D24C0CE8-08A2-D34F-90EF-4CA5903F0327}" dt="2023-02-28T17:09:52.523" v="279"/>
            <ac:spMkLst>
              <pc:docMk/>
              <pc:sldMasterMk cId="2358386370" sldId="2147483648"/>
              <pc:sldLayoutMk cId="1516364085" sldId="2147483659"/>
              <ac:spMk id="7" creationId="{0D1C70E1-DBEA-9083-436E-4F425E5A8E9A}"/>
            </ac:spMkLst>
          </pc:spChg>
        </pc:sldLayoutChg>
        <pc:sldLayoutChg chg="addSp delSp modSp new mod">
          <pc:chgData name="Ruben Wiersma" userId="3594b430-535d-41be-b63f-97edd20b26ce" providerId="ADAL" clId="{D24C0CE8-08A2-D34F-90EF-4CA5903F0327}" dt="2023-02-28T18:21:33.251" v="2535" actId="1076"/>
          <pc:sldLayoutMkLst>
            <pc:docMk/>
            <pc:sldMasterMk cId="2358386370" sldId="2147483648"/>
            <pc:sldLayoutMk cId="33492816" sldId="2147483660"/>
          </pc:sldLayoutMkLst>
          <pc:spChg chg="del mod">
            <ac:chgData name="Ruben Wiersma" userId="3594b430-535d-41be-b63f-97edd20b26ce" providerId="ADAL" clId="{D24C0CE8-08A2-D34F-90EF-4CA5903F0327}" dt="2023-02-28T18:21:28.202" v="2533" actId="478"/>
            <ac:spMkLst>
              <pc:docMk/>
              <pc:sldMasterMk cId="2358386370" sldId="2147483648"/>
              <pc:sldLayoutMk cId="33492816" sldId="2147483660"/>
              <ac:spMk id="2" creationId="{D0FF3B85-4207-5606-A5A0-A0F2D2DBFDE2}"/>
            </ac:spMkLst>
          </pc:spChg>
          <pc:spChg chg="add mod">
            <ac:chgData name="Ruben Wiersma" userId="3594b430-535d-41be-b63f-97edd20b26ce" providerId="ADAL" clId="{D24C0CE8-08A2-D34F-90EF-4CA5903F0327}" dt="2023-02-28T18:21:33.251" v="2535" actId="1076"/>
            <ac:spMkLst>
              <pc:docMk/>
              <pc:sldMasterMk cId="2358386370" sldId="2147483648"/>
              <pc:sldLayoutMk cId="33492816" sldId="2147483660"/>
              <ac:spMk id="6" creationId="{97A556D5-AF03-E113-696F-4DEEDCFF5FD4}"/>
            </ac:spMkLst>
          </pc:spChg>
        </pc:sldLayoutChg>
      </pc:sldMasterChg>
      <pc:sldMasterChg chg="addSp delSp modSp mod">
        <pc:chgData name="Ruben Wiersma" userId="3594b430-535d-41be-b63f-97edd20b26ce" providerId="ADAL" clId="{D24C0CE8-08A2-D34F-90EF-4CA5903F0327}" dt="2023-02-28T17:08:50.784" v="265"/>
        <pc:sldMasterMkLst>
          <pc:docMk/>
          <pc:sldMasterMk cId="3175924801" sldId="2147483679"/>
        </pc:sldMasterMkLst>
        <pc:spChg chg="del">
          <ac:chgData name="Ruben Wiersma" userId="3594b430-535d-41be-b63f-97edd20b26ce" providerId="ADAL" clId="{D24C0CE8-08A2-D34F-90EF-4CA5903F0327}" dt="2023-02-28T17:07:09.499" v="245" actId="478"/>
          <ac:spMkLst>
            <pc:docMk/>
            <pc:sldMasterMk cId="3175924801" sldId="2147483679"/>
            <ac:spMk id="2" creationId="{869133C2-2AB5-31C1-713D-0D3F02822A56}"/>
          </ac:spMkLst>
        </pc:spChg>
        <pc:spChg chg="mod">
          <ac:chgData name="Ruben Wiersma" userId="3594b430-535d-41be-b63f-97edd20b26ce" providerId="ADAL" clId="{D24C0CE8-08A2-D34F-90EF-4CA5903F0327}" dt="2023-02-28T17:07:09.753" v="246"/>
          <ac:spMkLst>
            <pc:docMk/>
            <pc:sldMasterMk cId="3175924801" sldId="2147483679"/>
            <ac:spMk id="7" creationId="{371DA431-949C-C1D8-9383-05D44A095491}"/>
          </ac:spMkLst>
        </pc:spChg>
        <pc:spChg chg="mod">
          <ac:chgData name="Ruben Wiersma" userId="3594b430-535d-41be-b63f-97edd20b26ce" providerId="ADAL" clId="{D24C0CE8-08A2-D34F-90EF-4CA5903F0327}" dt="2023-02-28T17:07:09.753" v="246"/>
          <ac:spMkLst>
            <pc:docMk/>
            <pc:sldMasterMk cId="3175924801" sldId="2147483679"/>
            <ac:spMk id="8" creationId="{5A59428E-D15B-2B9E-F591-6A1D14997CC8}"/>
          </ac:spMkLst>
        </pc:spChg>
        <pc:spChg chg="mod">
          <ac:chgData name="Ruben Wiersma" userId="3594b430-535d-41be-b63f-97edd20b26ce" providerId="ADAL" clId="{D24C0CE8-08A2-D34F-90EF-4CA5903F0327}" dt="2023-02-28T17:07:09.753" v="246"/>
          <ac:spMkLst>
            <pc:docMk/>
            <pc:sldMasterMk cId="3175924801" sldId="2147483679"/>
            <ac:spMk id="9" creationId="{D2630483-EAC2-23EA-EF15-1BCEE65DD121}"/>
          </ac:spMkLst>
        </pc:spChg>
        <pc:spChg chg="mod">
          <ac:chgData name="Ruben Wiersma" userId="3594b430-535d-41be-b63f-97edd20b26ce" providerId="ADAL" clId="{D24C0CE8-08A2-D34F-90EF-4CA5903F0327}" dt="2023-02-28T17:07:09.753" v="246"/>
          <ac:spMkLst>
            <pc:docMk/>
            <pc:sldMasterMk cId="3175924801" sldId="2147483679"/>
            <ac:spMk id="10" creationId="{C5C05007-4B3D-2499-C6F1-6EEBF8F775FC}"/>
          </ac:spMkLst>
        </pc:spChg>
        <pc:spChg chg="mod">
          <ac:chgData name="Ruben Wiersma" userId="3594b430-535d-41be-b63f-97edd20b26ce" providerId="ADAL" clId="{D24C0CE8-08A2-D34F-90EF-4CA5903F0327}" dt="2023-02-28T17:08:50.784" v="265"/>
          <ac:spMkLst>
            <pc:docMk/>
            <pc:sldMasterMk cId="3175924801" sldId="2147483679"/>
            <ac:spMk id="13" creationId="{5BAE2124-6817-2E37-D6FC-E3AE4443A794}"/>
          </ac:spMkLst>
        </pc:spChg>
        <pc:spChg chg="mod">
          <ac:chgData name="Ruben Wiersma" userId="3594b430-535d-41be-b63f-97edd20b26ce" providerId="ADAL" clId="{D24C0CE8-08A2-D34F-90EF-4CA5903F0327}" dt="2023-02-28T17:08:50.784" v="265"/>
          <ac:spMkLst>
            <pc:docMk/>
            <pc:sldMasterMk cId="3175924801" sldId="2147483679"/>
            <ac:spMk id="19" creationId="{9299FCE9-53EF-7903-7F4B-54770C8DB9F2}"/>
          </ac:spMkLst>
        </pc:spChg>
        <pc:spChg chg="mod">
          <ac:chgData name="Ruben Wiersma" userId="3594b430-535d-41be-b63f-97edd20b26ce" providerId="ADAL" clId="{D24C0CE8-08A2-D34F-90EF-4CA5903F0327}" dt="2023-02-28T17:08:50.784" v="265"/>
          <ac:spMkLst>
            <pc:docMk/>
            <pc:sldMasterMk cId="3175924801" sldId="2147483679"/>
            <ac:spMk id="20" creationId="{068DBC6E-D9BF-54F6-68D4-DAEA58064FD2}"/>
          </ac:spMkLst>
        </pc:spChg>
        <pc:spChg chg="mod">
          <ac:chgData name="Ruben Wiersma" userId="3594b430-535d-41be-b63f-97edd20b26ce" providerId="ADAL" clId="{D24C0CE8-08A2-D34F-90EF-4CA5903F0327}" dt="2023-02-28T17:08:50.784" v="265"/>
          <ac:spMkLst>
            <pc:docMk/>
            <pc:sldMasterMk cId="3175924801" sldId="2147483679"/>
            <ac:spMk id="21" creationId="{DEC51D67-DD97-DB64-EA6C-BE231A785F57}"/>
          </ac:spMkLst>
        </pc:spChg>
        <pc:grpChg chg="add del mod">
          <ac:chgData name="Ruben Wiersma" userId="3594b430-535d-41be-b63f-97edd20b26ce" providerId="ADAL" clId="{D24C0CE8-08A2-D34F-90EF-4CA5903F0327}" dt="2023-02-28T17:08:50.481" v="264" actId="478"/>
          <ac:grpSpMkLst>
            <pc:docMk/>
            <pc:sldMasterMk cId="3175924801" sldId="2147483679"/>
            <ac:grpSpMk id="5" creationId="{F5C9C179-1A0A-0136-904E-CF9633B30C7A}"/>
          </ac:grpSpMkLst>
        </pc:grpChg>
        <pc:grpChg chg="add mod">
          <ac:chgData name="Ruben Wiersma" userId="3594b430-535d-41be-b63f-97edd20b26ce" providerId="ADAL" clId="{D24C0CE8-08A2-D34F-90EF-4CA5903F0327}" dt="2023-02-28T17:08:50.784" v="265"/>
          <ac:grpSpMkLst>
            <pc:docMk/>
            <pc:sldMasterMk cId="3175924801" sldId="2147483679"/>
            <ac:grpSpMk id="12" creationId="{B26F4FD7-E461-3980-CACB-1BE79C712191}"/>
          </ac:grpSpMkLst>
        </pc:grpChg>
        <pc:picChg chg="del">
          <ac:chgData name="Ruben Wiersma" userId="3594b430-535d-41be-b63f-97edd20b26ce" providerId="ADAL" clId="{D24C0CE8-08A2-D34F-90EF-4CA5903F0327}" dt="2023-02-28T17:07:08.311" v="244" actId="478"/>
          <ac:picMkLst>
            <pc:docMk/>
            <pc:sldMasterMk cId="3175924801" sldId="2147483679"/>
            <ac:picMk id="4" creationId="{9D44C87D-CCA0-DA35-B182-F87F0BC7B48F}"/>
          </ac:picMkLst>
        </pc:picChg>
        <pc:picChg chg="mod">
          <ac:chgData name="Ruben Wiersma" userId="3594b430-535d-41be-b63f-97edd20b26ce" providerId="ADAL" clId="{D24C0CE8-08A2-D34F-90EF-4CA5903F0327}" dt="2023-02-28T17:07:09.753" v="246"/>
          <ac:picMkLst>
            <pc:docMk/>
            <pc:sldMasterMk cId="3175924801" sldId="2147483679"/>
            <ac:picMk id="11" creationId="{B26C529A-9A3C-E7F1-DA5D-2D451BFFBE64}"/>
          </ac:picMkLst>
        </pc:picChg>
        <pc:picChg chg="mod">
          <ac:chgData name="Ruben Wiersma" userId="3594b430-535d-41be-b63f-97edd20b26ce" providerId="ADAL" clId="{D24C0CE8-08A2-D34F-90EF-4CA5903F0327}" dt="2023-02-28T17:08:50.784" v="265"/>
          <ac:picMkLst>
            <pc:docMk/>
            <pc:sldMasterMk cId="3175924801" sldId="2147483679"/>
            <ac:picMk id="22" creationId="{6D23891B-55DF-517E-AEB8-E81DB870AABF}"/>
          </ac:picMkLst>
        </pc:picChg>
      </pc:sldMasterChg>
      <pc:sldMasterChg chg="modSldLayout">
        <pc:chgData name="Ruben Wiersma" userId="3594b430-535d-41be-b63f-97edd20b26ce" providerId="ADAL" clId="{D24C0CE8-08A2-D34F-90EF-4CA5903F0327}" dt="2023-03-02T15:19:49.928" v="2929" actId="735"/>
        <pc:sldMasterMkLst>
          <pc:docMk/>
          <pc:sldMasterMk cId="1428460490" sldId="2147483689"/>
        </pc:sldMasterMkLst>
        <pc:sldLayoutChg chg="addSp delSp modSp mod">
          <pc:chgData name="Ruben Wiersma" userId="3594b430-535d-41be-b63f-97edd20b26ce" providerId="ADAL" clId="{D24C0CE8-08A2-D34F-90EF-4CA5903F0327}" dt="2023-02-28T17:29:41.839" v="919"/>
          <pc:sldLayoutMkLst>
            <pc:docMk/>
            <pc:sldMasterMk cId="1428460490" sldId="2147483689"/>
            <pc:sldLayoutMk cId="3709416256" sldId="2147483690"/>
          </pc:sldLayoutMkLst>
          <pc:spChg chg="del">
            <ac:chgData name="Ruben Wiersma" userId="3594b430-535d-41be-b63f-97edd20b26ce" providerId="ADAL" clId="{D24C0CE8-08A2-D34F-90EF-4CA5903F0327}" dt="2023-02-28T17:29:41.639" v="918" actId="478"/>
            <ac:spMkLst>
              <pc:docMk/>
              <pc:sldMasterMk cId="1428460490" sldId="2147483689"/>
              <pc:sldLayoutMk cId="3709416256" sldId="2147483690"/>
              <ac:spMk id="2" creationId="{264CE34E-513E-4940-7957-636AFEBF2ABA}"/>
            </ac:spMkLst>
          </pc:spChg>
          <pc:spChg chg="del">
            <ac:chgData name="Ruben Wiersma" userId="3594b430-535d-41be-b63f-97edd20b26ce" providerId="ADAL" clId="{D24C0CE8-08A2-D34F-90EF-4CA5903F0327}" dt="2023-02-28T17:29:41.639" v="918" actId="478"/>
            <ac:spMkLst>
              <pc:docMk/>
              <pc:sldMasterMk cId="1428460490" sldId="2147483689"/>
              <pc:sldLayoutMk cId="3709416256" sldId="2147483690"/>
              <ac:spMk id="3" creationId="{CF25AA3B-54F2-E6E5-2CAB-E33276CCC7EE}"/>
            </ac:spMkLst>
          </pc:spChg>
          <pc:spChg chg="add mod">
            <ac:chgData name="Ruben Wiersma" userId="3594b430-535d-41be-b63f-97edd20b26ce" providerId="ADAL" clId="{D24C0CE8-08A2-D34F-90EF-4CA5903F0327}" dt="2023-02-28T17:29:41.839" v="919"/>
            <ac:spMkLst>
              <pc:docMk/>
              <pc:sldMasterMk cId="1428460490" sldId="2147483689"/>
              <pc:sldLayoutMk cId="3709416256" sldId="2147483690"/>
              <ac:spMk id="4" creationId="{F0A47AF8-5444-8933-E4BE-93ECB9703670}"/>
            </ac:spMkLst>
          </pc:spChg>
          <pc:spChg chg="add mod">
            <ac:chgData name="Ruben Wiersma" userId="3594b430-535d-41be-b63f-97edd20b26ce" providerId="ADAL" clId="{D24C0CE8-08A2-D34F-90EF-4CA5903F0327}" dt="2023-02-28T17:29:41.839" v="919"/>
            <ac:spMkLst>
              <pc:docMk/>
              <pc:sldMasterMk cId="1428460490" sldId="2147483689"/>
              <pc:sldLayoutMk cId="3709416256" sldId="2147483690"/>
              <ac:spMk id="5" creationId="{51501C37-21BF-46CF-F413-82BC819F7F11}"/>
            </ac:spMkLst>
          </pc:spChg>
          <pc:spChg chg="del">
            <ac:chgData name="Ruben Wiersma" userId="3594b430-535d-41be-b63f-97edd20b26ce" providerId="ADAL" clId="{D24C0CE8-08A2-D34F-90EF-4CA5903F0327}" dt="2023-02-28T17:29:41.639" v="918" actId="478"/>
            <ac:spMkLst>
              <pc:docMk/>
              <pc:sldMasterMk cId="1428460490" sldId="2147483689"/>
              <pc:sldLayoutMk cId="3709416256" sldId="2147483690"/>
              <ac:spMk id="9" creationId="{48C33F2B-0104-60DB-86ED-BBD71F8A766C}"/>
            </ac:spMkLst>
          </pc:spChg>
          <pc:spChg chg="add mod">
            <ac:chgData name="Ruben Wiersma" userId="3594b430-535d-41be-b63f-97edd20b26ce" providerId="ADAL" clId="{D24C0CE8-08A2-D34F-90EF-4CA5903F0327}" dt="2023-02-28T17:29:41.839" v="919"/>
            <ac:spMkLst>
              <pc:docMk/>
              <pc:sldMasterMk cId="1428460490" sldId="2147483689"/>
              <pc:sldLayoutMk cId="3709416256" sldId="2147483690"/>
              <ac:spMk id="11" creationId="{267D687D-0D76-71BF-364E-C64151262BED}"/>
            </ac:spMkLst>
          </pc:spChg>
          <pc:picChg chg="del">
            <ac:chgData name="Ruben Wiersma" userId="3594b430-535d-41be-b63f-97edd20b26ce" providerId="ADAL" clId="{D24C0CE8-08A2-D34F-90EF-4CA5903F0327}" dt="2023-02-28T17:29:41.639" v="918" actId="478"/>
            <ac:picMkLst>
              <pc:docMk/>
              <pc:sldMasterMk cId="1428460490" sldId="2147483689"/>
              <pc:sldLayoutMk cId="3709416256" sldId="2147483690"/>
              <ac:picMk id="8" creationId="{7D87AE43-DF41-2514-A673-D8F9B0AD528F}"/>
            </ac:picMkLst>
          </pc:picChg>
          <pc:picChg chg="add mod">
            <ac:chgData name="Ruben Wiersma" userId="3594b430-535d-41be-b63f-97edd20b26ce" providerId="ADAL" clId="{D24C0CE8-08A2-D34F-90EF-4CA5903F0327}" dt="2023-02-28T17:29:41.839" v="919"/>
            <ac:picMkLst>
              <pc:docMk/>
              <pc:sldMasterMk cId="1428460490" sldId="2147483689"/>
              <pc:sldLayoutMk cId="3709416256" sldId="2147483690"/>
              <ac:picMk id="10" creationId="{1AC27D5E-F07D-1755-A15A-27C4D250A877}"/>
            </ac:picMkLst>
          </pc:picChg>
          <pc:cxnChg chg="add mod">
            <ac:chgData name="Ruben Wiersma" userId="3594b430-535d-41be-b63f-97edd20b26ce" providerId="ADAL" clId="{D24C0CE8-08A2-D34F-90EF-4CA5903F0327}" dt="2023-02-28T17:29:41.839" v="919"/>
            <ac:cxnSpMkLst>
              <pc:docMk/>
              <pc:sldMasterMk cId="1428460490" sldId="2147483689"/>
              <pc:sldLayoutMk cId="3709416256" sldId="2147483690"/>
              <ac:cxnSpMk id="6" creationId="{825C35D0-B6D0-355D-51E4-E74C90778662}"/>
            </ac:cxnSpMkLst>
          </pc:cxnChg>
          <pc:cxnChg chg="del">
            <ac:chgData name="Ruben Wiersma" userId="3594b430-535d-41be-b63f-97edd20b26ce" providerId="ADAL" clId="{D24C0CE8-08A2-D34F-90EF-4CA5903F0327}" dt="2023-02-28T17:29:41.639" v="918" actId="478"/>
            <ac:cxnSpMkLst>
              <pc:docMk/>
              <pc:sldMasterMk cId="1428460490" sldId="2147483689"/>
              <pc:sldLayoutMk cId="3709416256" sldId="2147483690"/>
              <ac:cxnSpMk id="7" creationId="{3EBE74EC-5C68-28F5-37ED-721FF5E228FD}"/>
            </ac:cxnSpMkLst>
          </pc:cxnChg>
        </pc:sldLayoutChg>
        <pc:sldLayoutChg chg="addSp delSp modSp mod">
          <pc:chgData name="Ruben Wiersma" userId="3594b430-535d-41be-b63f-97edd20b26ce" providerId="ADAL" clId="{D24C0CE8-08A2-D34F-90EF-4CA5903F0327}" dt="2023-02-28T17:29:48.662" v="921"/>
          <pc:sldLayoutMkLst>
            <pc:docMk/>
            <pc:sldMasterMk cId="1428460490" sldId="2147483689"/>
            <pc:sldLayoutMk cId="4115751166" sldId="2147483691"/>
          </pc:sldLayoutMkLst>
          <pc:spChg chg="del">
            <ac:chgData name="Ruben Wiersma" userId="3594b430-535d-41be-b63f-97edd20b26ce" providerId="ADAL" clId="{D24C0CE8-08A2-D34F-90EF-4CA5903F0327}" dt="2023-02-28T17:29:48.458" v="920" actId="478"/>
            <ac:spMkLst>
              <pc:docMk/>
              <pc:sldMasterMk cId="1428460490" sldId="2147483689"/>
              <pc:sldLayoutMk cId="4115751166" sldId="2147483691"/>
              <ac:spMk id="5" creationId="{8C0C0C5C-4519-AEF9-7F19-5F793C626EDD}"/>
            </ac:spMkLst>
          </pc:spChg>
          <pc:spChg chg="del">
            <ac:chgData name="Ruben Wiersma" userId="3594b430-535d-41be-b63f-97edd20b26ce" providerId="ADAL" clId="{D24C0CE8-08A2-D34F-90EF-4CA5903F0327}" dt="2023-02-28T17:29:48.458" v="920" actId="478"/>
            <ac:spMkLst>
              <pc:docMk/>
              <pc:sldMasterMk cId="1428460490" sldId="2147483689"/>
              <pc:sldLayoutMk cId="4115751166" sldId="2147483691"/>
              <ac:spMk id="6" creationId="{57731AA1-508F-D447-BB6A-0E0BA47B43A8}"/>
            </ac:spMkLst>
          </pc:spChg>
          <pc:spChg chg="del">
            <ac:chgData name="Ruben Wiersma" userId="3594b430-535d-41be-b63f-97edd20b26ce" providerId="ADAL" clId="{D24C0CE8-08A2-D34F-90EF-4CA5903F0327}" dt="2023-02-28T17:29:48.458" v="920" actId="478"/>
            <ac:spMkLst>
              <pc:docMk/>
              <pc:sldMasterMk cId="1428460490" sldId="2147483689"/>
              <pc:sldLayoutMk cId="4115751166" sldId="2147483691"/>
              <ac:spMk id="7" creationId="{52FA8350-DB29-7711-020A-B6BE991B3C65}"/>
            </ac:spMkLst>
          </pc:spChg>
          <pc:spChg chg="add mod">
            <ac:chgData name="Ruben Wiersma" userId="3594b430-535d-41be-b63f-97edd20b26ce" providerId="ADAL" clId="{D24C0CE8-08A2-D34F-90EF-4CA5903F0327}" dt="2023-02-28T17:29:48.662" v="921"/>
            <ac:spMkLst>
              <pc:docMk/>
              <pc:sldMasterMk cId="1428460490" sldId="2147483689"/>
              <pc:sldLayoutMk cId="4115751166" sldId="2147483691"/>
              <ac:spMk id="8" creationId="{F6333A7D-B656-AC40-3DBF-3633748EF716}"/>
            </ac:spMkLst>
          </pc:spChg>
          <pc:spChg chg="add mod">
            <ac:chgData name="Ruben Wiersma" userId="3594b430-535d-41be-b63f-97edd20b26ce" providerId="ADAL" clId="{D24C0CE8-08A2-D34F-90EF-4CA5903F0327}" dt="2023-02-28T17:29:48.662" v="921"/>
            <ac:spMkLst>
              <pc:docMk/>
              <pc:sldMasterMk cId="1428460490" sldId="2147483689"/>
              <pc:sldLayoutMk cId="4115751166" sldId="2147483691"/>
              <ac:spMk id="9" creationId="{60DA5DD7-F4E0-F622-45E7-098DDDB30CA9}"/>
            </ac:spMkLst>
          </pc:spChg>
          <pc:spChg chg="add mod">
            <ac:chgData name="Ruben Wiersma" userId="3594b430-535d-41be-b63f-97edd20b26ce" providerId="ADAL" clId="{D24C0CE8-08A2-D34F-90EF-4CA5903F0327}" dt="2023-02-28T17:29:48.662" v="921"/>
            <ac:spMkLst>
              <pc:docMk/>
              <pc:sldMasterMk cId="1428460490" sldId="2147483689"/>
              <pc:sldLayoutMk cId="4115751166" sldId="2147483691"/>
              <ac:spMk id="11" creationId="{1C5C9481-650E-8B95-39D2-29AF6978621D}"/>
            </ac:spMkLst>
          </pc:spChg>
          <pc:picChg chg="add mod">
            <ac:chgData name="Ruben Wiersma" userId="3594b430-535d-41be-b63f-97edd20b26ce" providerId="ADAL" clId="{D24C0CE8-08A2-D34F-90EF-4CA5903F0327}" dt="2023-02-28T17:29:48.662" v="921"/>
            <ac:picMkLst>
              <pc:docMk/>
              <pc:sldMasterMk cId="1428460490" sldId="2147483689"/>
              <pc:sldLayoutMk cId="4115751166" sldId="2147483691"/>
              <ac:picMk id="2" creationId="{01C48EAA-6F58-B3E6-4B78-3567C89CA862}"/>
            </ac:picMkLst>
          </pc:picChg>
          <pc:picChg chg="del">
            <ac:chgData name="Ruben Wiersma" userId="3594b430-535d-41be-b63f-97edd20b26ce" providerId="ADAL" clId="{D24C0CE8-08A2-D34F-90EF-4CA5903F0327}" dt="2023-02-28T17:29:48.458" v="920" actId="478"/>
            <ac:picMkLst>
              <pc:docMk/>
              <pc:sldMasterMk cId="1428460490" sldId="2147483689"/>
              <pc:sldLayoutMk cId="4115751166" sldId="2147483691"/>
              <ac:picMk id="3" creationId="{6300C4CB-591C-A50F-A549-386FF1E17EDE}"/>
            </ac:picMkLst>
          </pc:picChg>
          <pc:cxnChg chg="del">
            <ac:chgData name="Ruben Wiersma" userId="3594b430-535d-41be-b63f-97edd20b26ce" providerId="ADAL" clId="{D24C0CE8-08A2-D34F-90EF-4CA5903F0327}" dt="2023-02-28T17:29:48.458" v="920" actId="478"/>
            <ac:cxnSpMkLst>
              <pc:docMk/>
              <pc:sldMasterMk cId="1428460490" sldId="2147483689"/>
              <pc:sldLayoutMk cId="4115751166" sldId="2147483691"/>
              <ac:cxnSpMk id="4" creationId="{9A763359-87ED-5BEA-C7FB-77D51684AF08}"/>
            </ac:cxnSpMkLst>
          </pc:cxnChg>
          <pc:cxnChg chg="add mod">
            <ac:chgData name="Ruben Wiersma" userId="3594b430-535d-41be-b63f-97edd20b26ce" providerId="ADAL" clId="{D24C0CE8-08A2-D34F-90EF-4CA5903F0327}" dt="2023-02-28T17:29:48.662" v="921"/>
            <ac:cxnSpMkLst>
              <pc:docMk/>
              <pc:sldMasterMk cId="1428460490" sldId="2147483689"/>
              <pc:sldLayoutMk cId="4115751166" sldId="2147483691"/>
              <ac:cxnSpMk id="10" creationId="{A0D06B67-210D-10D5-CF04-85E88EC2F68C}"/>
            </ac:cxnSpMkLst>
          </pc:cxnChg>
        </pc:sldLayoutChg>
        <pc:sldLayoutChg chg="addSp delSp modSp mod">
          <pc:chgData name="Ruben Wiersma" userId="3594b430-535d-41be-b63f-97edd20b26ce" providerId="ADAL" clId="{D24C0CE8-08A2-D34F-90EF-4CA5903F0327}" dt="2023-03-02T15:19:49.928" v="2929" actId="735"/>
          <pc:sldLayoutMkLst>
            <pc:docMk/>
            <pc:sldMasterMk cId="1428460490" sldId="2147483689"/>
            <pc:sldLayoutMk cId="2044473450" sldId="2147483692"/>
          </pc:sldLayoutMkLst>
          <pc:picChg chg="add del mod">
            <ac:chgData name="Ruben Wiersma" userId="3594b430-535d-41be-b63f-97edd20b26ce" providerId="ADAL" clId="{D24C0CE8-08A2-D34F-90EF-4CA5903F0327}" dt="2023-02-28T17:06:42.512" v="242" actId="478"/>
            <ac:picMkLst>
              <pc:docMk/>
              <pc:sldMasterMk cId="1428460490" sldId="2147483689"/>
              <pc:sldLayoutMk cId="2044473450" sldId="2147483692"/>
              <ac:picMk id="4" creationId="{22BAAB4F-73FC-1F0F-C9C3-A7911761085D}"/>
            </ac:picMkLst>
          </pc:picChg>
          <pc:picChg chg="add del mod">
            <ac:chgData name="Ruben Wiersma" userId="3594b430-535d-41be-b63f-97edd20b26ce" providerId="ADAL" clId="{D24C0CE8-08A2-D34F-90EF-4CA5903F0327}" dt="2023-02-28T17:06:33.363" v="239" actId="167"/>
            <ac:picMkLst>
              <pc:docMk/>
              <pc:sldMasterMk cId="1428460490" sldId="2147483689"/>
              <pc:sldLayoutMk cId="2044473450" sldId="2147483692"/>
              <ac:picMk id="5" creationId="{3723B21D-7A08-B53A-1C57-ED2556480DAA}"/>
            </ac:picMkLst>
          </pc:picChg>
        </pc:sldLayoutChg>
      </pc:sldMasterChg>
      <pc:sldMasterChg chg="addSp delSp modSp mod setBg modSldLayout">
        <pc:chgData name="Ruben Wiersma" userId="3594b430-535d-41be-b63f-97edd20b26ce" providerId="ADAL" clId="{D24C0CE8-08A2-D34F-90EF-4CA5903F0327}" dt="2023-02-28T17:12:05.294" v="303"/>
        <pc:sldMasterMkLst>
          <pc:docMk/>
          <pc:sldMasterMk cId="1910855312" sldId="2147483693"/>
        </pc:sldMasterMkLst>
        <pc:spChg chg="mod">
          <ac:chgData name="Ruben Wiersma" userId="3594b430-535d-41be-b63f-97edd20b26ce" providerId="ADAL" clId="{D24C0CE8-08A2-D34F-90EF-4CA5903F0327}" dt="2023-02-28T17:11:42.894" v="300" actId="207"/>
          <ac:spMkLst>
            <pc:docMk/>
            <pc:sldMasterMk cId="1910855312" sldId="2147483693"/>
            <ac:spMk id="3" creationId="{92D7EAA2-2E65-456D-42DF-8E2512DD8D86}"/>
          </ac:spMkLst>
        </pc:spChg>
        <pc:spChg chg="del">
          <ac:chgData name="Ruben Wiersma" userId="3594b430-535d-41be-b63f-97edd20b26ce" providerId="ADAL" clId="{D24C0CE8-08A2-D34F-90EF-4CA5903F0327}" dt="2023-02-28T17:11:10.037" v="292" actId="478"/>
          <ac:spMkLst>
            <pc:docMk/>
            <pc:sldMasterMk cId="1910855312" sldId="2147483693"/>
            <ac:spMk id="4" creationId="{7E7DBF22-9FC4-C3DB-5861-26D155996549}"/>
          </ac:spMkLst>
        </pc:spChg>
        <pc:spChg chg="del">
          <ac:chgData name="Ruben Wiersma" userId="3594b430-535d-41be-b63f-97edd20b26ce" providerId="ADAL" clId="{D24C0CE8-08A2-D34F-90EF-4CA5903F0327}" dt="2023-02-28T17:11:10.037" v="292" actId="478"/>
          <ac:spMkLst>
            <pc:docMk/>
            <pc:sldMasterMk cId="1910855312" sldId="2147483693"/>
            <ac:spMk id="6" creationId="{E5166E27-08BD-9A61-A638-94ACBF81C8D8}"/>
          </ac:spMkLst>
        </pc:spChg>
        <pc:spChg chg="add mod">
          <ac:chgData name="Ruben Wiersma" userId="3594b430-535d-41be-b63f-97edd20b26ce" providerId="ADAL" clId="{D24C0CE8-08A2-D34F-90EF-4CA5903F0327}" dt="2023-02-28T17:11:10.284" v="293"/>
          <ac:spMkLst>
            <pc:docMk/>
            <pc:sldMasterMk cId="1910855312" sldId="2147483693"/>
            <ac:spMk id="7" creationId="{0DE1C9F4-192A-705B-6459-FE44BE60E9D6}"/>
          </ac:spMkLst>
        </pc:spChg>
        <pc:spChg chg="add mod">
          <ac:chgData name="Ruben Wiersma" userId="3594b430-535d-41be-b63f-97edd20b26ce" providerId="ADAL" clId="{D24C0CE8-08A2-D34F-90EF-4CA5903F0327}" dt="2023-02-28T17:11:10.284" v="293"/>
          <ac:spMkLst>
            <pc:docMk/>
            <pc:sldMasterMk cId="1910855312" sldId="2147483693"/>
            <ac:spMk id="8" creationId="{3ED7F36C-E651-89AF-4267-C7B92D38D15A}"/>
          </ac:spMkLst>
        </pc:spChg>
        <pc:spChg chg="add mod">
          <ac:chgData name="Ruben Wiersma" userId="3594b430-535d-41be-b63f-97edd20b26ce" providerId="ADAL" clId="{D24C0CE8-08A2-D34F-90EF-4CA5903F0327}" dt="2023-02-28T17:11:10.284" v="293"/>
          <ac:spMkLst>
            <pc:docMk/>
            <pc:sldMasterMk cId="1910855312" sldId="2147483693"/>
            <ac:spMk id="9" creationId="{68EEE614-213C-8276-0F4F-2F552A50FFCD}"/>
          </ac:spMkLst>
        </pc:spChg>
        <pc:spChg chg="mod">
          <ac:chgData name="Ruben Wiersma" userId="3594b430-535d-41be-b63f-97edd20b26ce" providerId="ADAL" clId="{D24C0CE8-08A2-D34F-90EF-4CA5903F0327}" dt="2023-02-28T17:11:42.894" v="300" actId="207"/>
          <ac:spMkLst>
            <pc:docMk/>
            <pc:sldMasterMk cId="1910855312" sldId="2147483693"/>
            <ac:spMk id="11" creationId="{AD28B9BB-79AE-52CF-FC6C-DE71E78C6BA1}"/>
          </ac:spMkLst>
        </pc:spChg>
        <pc:spChg chg="del">
          <ac:chgData name="Ruben Wiersma" userId="3594b430-535d-41be-b63f-97edd20b26ce" providerId="ADAL" clId="{D24C0CE8-08A2-D34F-90EF-4CA5903F0327}" dt="2023-02-28T17:11:10.037" v="292" actId="478"/>
          <ac:spMkLst>
            <pc:docMk/>
            <pc:sldMasterMk cId="1910855312" sldId="2147483693"/>
            <ac:spMk id="14" creationId="{598A7B74-1A11-CB72-D0B4-27966EA6C64C}"/>
          </ac:spMkLst>
        </pc:spChg>
        <pc:spChg chg="del">
          <ac:chgData name="Ruben Wiersma" userId="3594b430-535d-41be-b63f-97edd20b26ce" providerId="ADAL" clId="{D24C0CE8-08A2-D34F-90EF-4CA5903F0327}" dt="2023-02-28T17:11:10.037" v="292" actId="478"/>
          <ac:spMkLst>
            <pc:docMk/>
            <pc:sldMasterMk cId="1910855312" sldId="2147483693"/>
            <ac:spMk id="21" creationId="{3D18A45F-08E2-9F1E-E247-8FEC22205C73}"/>
          </ac:spMkLst>
        </pc:spChg>
        <pc:picChg chg="add mod">
          <ac:chgData name="Ruben Wiersma" userId="3594b430-535d-41be-b63f-97edd20b26ce" providerId="ADAL" clId="{D24C0CE8-08A2-D34F-90EF-4CA5903F0327}" dt="2023-02-28T17:11:10.284" v="293"/>
          <ac:picMkLst>
            <pc:docMk/>
            <pc:sldMasterMk cId="1910855312" sldId="2147483693"/>
            <ac:picMk id="2" creationId="{6EBBC00A-C634-93C8-7B34-716D9D44FAA1}"/>
          </ac:picMkLst>
        </pc:picChg>
        <pc:picChg chg="del">
          <ac:chgData name="Ruben Wiersma" userId="3594b430-535d-41be-b63f-97edd20b26ce" providerId="ADAL" clId="{D24C0CE8-08A2-D34F-90EF-4CA5903F0327}" dt="2023-02-28T17:11:10.037" v="292" actId="478"/>
          <ac:picMkLst>
            <pc:docMk/>
            <pc:sldMasterMk cId="1910855312" sldId="2147483693"/>
            <ac:picMk id="18" creationId="{2FAA94BF-A1D1-B10E-3E66-340E85CB7849}"/>
          </ac:picMkLst>
        </pc:picChg>
        <pc:cxnChg chg="add mod">
          <ac:chgData name="Ruben Wiersma" userId="3594b430-535d-41be-b63f-97edd20b26ce" providerId="ADAL" clId="{D24C0CE8-08A2-D34F-90EF-4CA5903F0327}" dt="2023-02-28T17:11:10.284" v="293"/>
          <ac:cxnSpMkLst>
            <pc:docMk/>
            <pc:sldMasterMk cId="1910855312" sldId="2147483693"/>
            <ac:cxnSpMk id="5" creationId="{76D61C49-43E0-265D-85FD-AC21B81BC7E7}"/>
          </ac:cxnSpMkLst>
        </pc:cxnChg>
        <pc:cxnChg chg="del">
          <ac:chgData name="Ruben Wiersma" userId="3594b430-535d-41be-b63f-97edd20b26ce" providerId="ADAL" clId="{D24C0CE8-08A2-D34F-90EF-4CA5903F0327}" dt="2023-02-28T17:11:10.037" v="292" actId="478"/>
          <ac:cxnSpMkLst>
            <pc:docMk/>
            <pc:sldMasterMk cId="1910855312" sldId="2147483693"/>
            <ac:cxnSpMk id="13" creationId="{9E416190-7408-203E-775E-5ECBBB5A60F2}"/>
          </ac:cxnSpMkLst>
        </pc:cxnChg>
        <pc:sldLayoutChg chg="modSp">
          <pc:chgData name="Ruben Wiersma" userId="3594b430-535d-41be-b63f-97edd20b26ce" providerId="ADAL" clId="{D24C0CE8-08A2-D34F-90EF-4CA5903F0327}" dt="2023-02-28T17:11:57.704" v="302" actId="207"/>
          <pc:sldLayoutMkLst>
            <pc:docMk/>
            <pc:sldMasterMk cId="1910855312" sldId="2147483693"/>
            <pc:sldLayoutMk cId="2746672264" sldId="2147483694"/>
          </pc:sldLayoutMkLst>
          <pc:spChg chg="mod">
            <ac:chgData name="Ruben Wiersma" userId="3594b430-535d-41be-b63f-97edd20b26ce" providerId="ADAL" clId="{D24C0CE8-08A2-D34F-90EF-4CA5903F0327}" dt="2023-02-28T17:11:57.704" v="302" actId="207"/>
            <ac:spMkLst>
              <pc:docMk/>
              <pc:sldMasterMk cId="1910855312" sldId="2147483693"/>
              <pc:sldLayoutMk cId="2746672264" sldId="2147483694"/>
              <ac:spMk id="7" creationId="{348104FC-B4D1-86CD-0C6B-C9C9EB1B3D8E}"/>
            </ac:spMkLst>
          </pc:spChg>
          <pc:spChg chg="mod">
            <ac:chgData name="Ruben Wiersma" userId="3594b430-535d-41be-b63f-97edd20b26ce" providerId="ADAL" clId="{D24C0CE8-08A2-D34F-90EF-4CA5903F0327}" dt="2023-02-28T17:11:57.704" v="302" actId="207"/>
            <ac:spMkLst>
              <pc:docMk/>
              <pc:sldMasterMk cId="1910855312" sldId="2147483693"/>
              <pc:sldLayoutMk cId="2746672264" sldId="2147483694"/>
              <ac:spMk id="8" creationId="{0D2B7CE0-CFE9-58F9-D9F4-955B2A4F6CDC}"/>
            </ac:spMkLst>
          </pc:spChg>
        </pc:sldLayoutChg>
        <pc:sldLayoutChg chg="setBg">
          <pc:chgData name="Ruben Wiersma" userId="3594b430-535d-41be-b63f-97edd20b26ce" providerId="ADAL" clId="{D24C0CE8-08A2-D34F-90EF-4CA5903F0327}" dt="2023-02-28T17:12:05.294" v="303"/>
          <pc:sldLayoutMkLst>
            <pc:docMk/>
            <pc:sldMasterMk cId="1910855312" sldId="2147483693"/>
            <pc:sldLayoutMk cId="3164701135" sldId="2147483696"/>
          </pc:sldLayoutMkLst>
        </pc:sldLayoutChg>
      </pc:sldMasterChg>
      <pc:sldMasterChg chg="addSp delSp modSp mod setBg delSldLayout modSldLayout">
        <pc:chgData name="Ruben Wiersma" userId="3594b430-535d-41be-b63f-97edd20b26ce" providerId="ADAL" clId="{D24C0CE8-08A2-D34F-90EF-4CA5903F0327}" dt="2023-03-09T20:01:40.571" v="3748" actId="1076"/>
        <pc:sldMasterMkLst>
          <pc:docMk/>
          <pc:sldMasterMk cId="2620391710" sldId="2147483693"/>
        </pc:sldMasterMkLst>
        <pc:spChg chg="add del mod">
          <ac:chgData name="Ruben Wiersma" userId="3594b430-535d-41be-b63f-97edd20b26ce" providerId="ADAL" clId="{D24C0CE8-08A2-D34F-90EF-4CA5903F0327}" dt="2023-03-02T15:22:14.156" v="2958"/>
          <ac:spMkLst>
            <pc:docMk/>
            <pc:sldMasterMk cId="2620391710" sldId="2147483693"/>
            <ac:spMk id="2" creationId="{FA26C086-C3C3-2EB7-9535-BD6A3A00088C}"/>
          </ac:spMkLst>
        </pc:spChg>
        <pc:spChg chg="mod">
          <ac:chgData name="Ruben Wiersma" userId="3594b430-535d-41be-b63f-97edd20b26ce" providerId="ADAL" clId="{D24C0CE8-08A2-D34F-90EF-4CA5903F0327}" dt="2023-02-28T17:27:00.370" v="868" actId="207"/>
          <ac:spMkLst>
            <pc:docMk/>
            <pc:sldMasterMk cId="2620391710" sldId="2147483693"/>
            <ac:spMk id="3" creationId="{92D7EAA2-2E65-456D-42DF-8E2512DD8D86}"/>
          </ac:spMkLst>
        </pc:spChg>
        <pc:spChg chg="mod">
          <ac:chgData name="Ruben Wiersma" userId="3594b430-535d-41be-b63f-97edd20b26ce" providerId="ADAL" clId="{D24C0CE8-08A2-D34F-90EF-4CA5903F0327}" dt="2023-02-28T17:27:00.370" v="868" actId="207"/>
          <ac:spMkLst>
            <pc:docMk/>
            <pc:sldMasterMk cId="2620391710" sldId="2147483693"/>
            <ac:spMk id="4" creationId="{7E7DBF22-9FC4-C3DB-5861-26D155996549}"/>
          </ac:spMkLst>
        </pc:spChg>
        <pc:spChg chg="mod">
          <ac:chgData name="Ruben Wiersma" userId="3594b430-535d-41be-b63f-97edd20b26ce" providerId="ADAL" clId="{D24C0CE8-08A2-D34F-90EF-4CA5903F0327}" dt="2023-02-28T18:28:33.053" v="2765"/>
          <ac:spMkLst>
            <pc:docMk/>
            <pc:sldMasterMk cId="2620391710" sldId="2147483693"/>
            <ac:spMk id="5" creationId="{149BF8E5-AA79-05E9-9443-93266CB3C1B1}"/>
          </ac:spMkLst>
        </pc:spChg>
        <pc:spChg chg="mod">
          <ac:chgData name="Ruben Wiersma" userId="3594b430-535d-41be-b63f-97edd20b26ce" providerId="ADAL" clId="{D24C0CE8-08A2-D34F-90EF-4CA5903F0327}" dt="2023-03-09T19:58:05.179" v="3742"/>
          <ac:spMkLst>
            <pc:docMk/>
            <pc:sldMasterMk cId="2620391710" sldId="2147483693"/>
            <ac:spMk id="5" creationId="{25E606EC-3575-BDC7-2528-8AA4B0DEFA1A}"/>
          </ac:spMkLst>
        </pc:spChg>
        <pc:spChg chg="mod">
          <ac:chgData name="Ruben Wiersma" userId="3594b430-535d-41be-b63f-97edd20b26ce" providerId="ADAL" clId="{D24C0CE8-08A2-D34F-90EF-4CA5903F0327}" dt="2023-03-03T12:33:42.237" v="3460" actId="206"/>
          <ac:spMkLst>
            <pc:docMk/>
            <pc:sldMasterMk cId="2620391710" sldId="2147483693"/>
            <ac:spMk id="5" creationId="{3E6A2607-1406-29F7-7A63-648D2793C89E}"/>
          </ac:spMkLst>
        </pc:spChg>
        <pc:spChg chg="mod">
          <ac:chgData name="Ruben Wiersma" userId="3594b430-535d-41be-b63f-97edd20b26ce" providerId="ADAL" clId="{D24C0CE8-08A2-D34F-90EF-4CA5903F0327}" dt="2023-03-02T16:11:37.416" v="3256"/>
          <ac:spMkLst>
            <pc:docMk/>
            <pc:sldMasterMk cId="2620391710" sldId="2147483693"/>
            <ac:spMk id="5" creationId="{3F804C99-259F-8ECE-5E13-8AF6BF46BBEA}"/>
          </ac:spMkLst>
        </pc:spChg>
        <pc:spChg chg="mod">
          <ac:chgData name="Ruben Wiersma" userId="3594b430-535d-41be-b63f-97edd20b26ce" providerId="ADAL" clId="{D24C0CE8-08A2-D34F-90EF-4CA5903F0327}" dt="2023-03-03T12:21:01.002" v="3331"/>
          <ac:spMkLst>
            <pc:docMk/>
            <pc:sldMasterMk cId="2620391710" sldId="2147483693"/>
            <ac:spMk id="5" creationId="{7D1E2071-065A-ABCD-DE64-F86F500B98D8}"/>
          </ac:spMkLst>
        </pc:spChg>
        <pc:spChg chg="mod">
          <ac:chgData name="Ruben Wiersma" userId="3594b430-535d-41be-b63f-97edd20b26ce" providerId="ADAL" clId="{D24C0CE8-08A2-D34F-90EF-4CA5903F0327}" dt="2023-02-28T17:27:00.370" v="868" actId="207"/>
          <ac:spMkLst>
            <pc:docMk/>
            <pc:sldMasterMk cId="2620391710" sldId="2147483693"/>
            <ac:spMk id="6" creationId="{E5166E27-08BD-9A61-A638-94ACBF81C8D8}"/>
          </ac:spMkLst>
        </pc:spChg>
        <pc:spChg chg="mod">
          <ac:chgData name="Ruben Wiersma" userId="3594b430-535d-41be-b63f-97edd20b26ce" providerId="ADAL" clId="{D24C0CE8-08A2-D34F-90EF-4CA5903F0327}" dt="2023-02-28T18:28:33.053" v="2765"/>
          <ac:spMkLst>
            <pc:docMk/>
            <pc:sldMasterMk cId="2620391710" sldId="2147483693"/>
            <ac:spMk id="7" creationId="{306CAE23-8628-D6A5-56BB-A132481D83CA}"/>
          </ac:spMkLst>
        </pc:spChg>
        <pc:spChg chg="mod">
          <ac:chgData name="Ruben Wiersma" userId="3594b430-535d-41be-b63f-97edd20b26ce" providerId="ADAL" clId="{D24C0CE8-08A2-D34F-90EF-4CA5903F0327}" dt="2023-03-03T12:33:42.237" v="3460" actId="206"/>
          <ac:spMkLst>
            <pc:docMk/>
            <pc:sldMasterMk cId="2620391710" sldId="2147483693"/>
            <ac:spMk id="7" creationId="{3A06834B-F90E-B3F1-3B7E-C2755FF66E81}"/>
          </ac:spMkLst>
        </pc:spChg>
        <pc:spChg chg="mod">
          <ac:chgData name="Ruben Wiersma" userId="3594b430-535d-41be-b63f-97edd20b26ce" providerId="ADAL" clId="{D24C0CE8-08A2-D34F-90EF-4CA5903F0327}" dt="2023-03-02T16:11:37.416" v="3256"/>
          <ac:spMkLst>
            <pc:docMk/>
            <pc:sldMasterMk cId="2620391710" sldId="2147483693"/>
            <ac:spMk id="7" creationId="{76E9E8CC-6D47-11CC-29D7-6F06CC2BE538}"/>
          </ac:spMkLst>
        </pc:spChg>
        <pc:spChg chg="mod">
          <ac:chgData name="Ruben Wiersma" userId="3594b430-535d-41be-b63f-97edd20b26ce" providerId="ADAL" clId="{D24C0CE8-08A2-D34F-90EF-4CA5903F0327}" dt="2023-03-09T19:58:05.179" v="3742"/>
          <ac:spMkLst>
            <pc:docMk/>
            <pc:sldMasterMk cId="2620391710" sldId="2147483693"/>
            <ac:spMk id="7" creationId="{784684FE-BC9A-4049-45BA-3E613A5129A3}"/>
          </ac:spMkLst>
        </pc:spChg>
        <pc:spChg chg="mod">
          <ac:chgData name="Ruben Wiersma" userId="3594b430-535d-41be-b63f-97edd20b26ce" providerId="ADAL" clId="{D24C0CE8-08A2-D34F-90EF-4CA5903F0327}" dt="2023-02-28T17:40:29.992" v="1547"/>
          <ac:spMkLst>
            <pc:docMk/>
            <pc:sldMasterMk cId="2620391710" sldId="2147483693"/>
            <ac:spMk id="7" creationId="{9A2DC74F-C317-CF43-5195-D9B334ABF9AC}"/>
          </ac:spMkLst>
        </pc:spChg>
        <pc:spChg chg="mod">
          <ac:chgData name="Ruben Wiersma" userId="3594b430-535d-41be-b63f-97edd20b26ce" providerId="ADAL" clId="{D24C0CE8-08A2-D34F-90EF-4CA5903F0327}" dt="2023-03-03T12:21:01.002" v="3331"/>
          <ac:spMkLst>
            <pc:docMk/>
            <pc:sldMasterMk cId="2620391710" sldId="2147483693"/>
            <ac:spMk id="7" creationId="{C043E44B-4C6E-67FC-2ACC-F0ACD5E6D88A}"/>
          </ac:spMkLst>
        </pc:spChg>
        <pc:spChg chg="mod">
          <ac:chgData name="Ruben Wiersma" userId="3594b430-535d-41be-b63f-97edd20b26ce" providerId="ADAL" clId="{D24C0CE8-08A2-D34F-90EF-4CA5903F0327}" dt="2023-03-03T12:21:01.002" v="3331"/>
          <ac:spMkLst>
            <pc:docMk/>
            <pc:sldMasterMk cId="2620391710" sldId="2147483693"/>
            <ac:spMk id="8" creationId="{0C50DE03-6873-1E0A-9793-28BBA31E4007}"/>
          </ac:spMkLst>
        </pc:spChg>
        <pc:spChg chg="mod">
          <ac:chgData name="Ruben Wiersma" userId="3594b430-535d-41be-b63f-97edd20b26ce" providerId="ADAL" clId="{D24C0CE8-08A2-D34F-90EF-4CA5903F0327}" dt="2023-03-03T12:33:42.237" v="3460" actId="206"/>
          <ac:spMkLst>
            <pc:docMk/>
            <pc:sldMasterMk cId="2620391710" sldId="2147483693"/>
            <ac:spMk id="8" creationId="{72E461A9-A963-E1D0-C1D7-1E0EBE17A0FA}"/>
          </ac:spMkLst>
        </pc:spChg>
        <pc:spChg chg="mod">
          <ac:chgData name="Ruben Wiersma" userId="3594b430-535d-41be-b63f-97edd20b26ce" providerId="ADAL" clId="{D24C0CE8-08A2-D34F-90EF-4CA5903F0327}" dt="2023-03-02T16:11:37.416" v="3256"/>
          <ac:spMkLst>
            <pc:docMk/>
            <pc:sldMasterMk cId="2620391710" sldId="2147483693"/>
            <ac:spMk id="8" creationId="{C80957C0-C3F1-5859-AA59-38849A376736}"/>
          </ac:spMkLst>
        </pc:spChg>
        <pc:spChg chg="mod">
          <ac:chgData name="Ruben Wiersma" userId="3594b430-535d-41be-b63f-97edd20b26ce" providerId="ADAL" clId="{D24C0CE8-08A2-D34F-90EF-4CA5903F0327}" dt="2023-02-28T17:40:29.992" v="1547"/>
          <ac:spMkLst>
            <pc:docMk/>
            <pc:sldMasterMk cId="2620391710" sldId="2147483693"/>
            <ac:spMk id="8" creationId="{DEA02697-C29A-CBF7-43E9-9A60B00AC82C}"/>
          </ac:spMkLst>
        </pc:spChg>
        <pc:spChg chg="mod">
          <ac:chgData name="Ruben Wiersma" userId="3594b430-535d-41be-b63f-97edd20b26ce" providerId="ADAL" clId="{D24C0CE8-08A2-D34F-90EF-4CA5903F0327}" dt="2023-02-28T18:28:33.053" v="2765"/>
          <ac:spMkLst>
            <pc:docMk/>
            <pc:sldMasterMk cId="2620391710" sldId="2147483693"/>
            <ac:spMk id="8" creationId="{E0AA32F5-47E9-4219-FF82-1A563A843A62}"/>
          </ac:spMkLst>
        </pc:spChg>
        <pc:spChg chg="mod">
          <ac:chgData name="Ruben Wiersma" userId="3594b430-535d-41be-b63f-97edd20b26ce" providerId="ADAL" clId="{D24C0CE8-08A2-D34F-90EF-4CA5903F0327}" dt="2023-02-28T17:40:29.992" v="1547"/>
          <ac:spMkLst>
            <pc:docMk/>
            <pc:sldMasterMk cId="2620391710" sldId="2147483693"/>
            <ac:spMk id="9" creationId="{5C43ED12-5F7C-7A75-65D8-DBBF67CB8A5F}"/>
          </ac:spMkLst>
        </pc:spChg>
        <pc:spChg chg="mod">
          <ac:chgData name="Ruben Wiersma" userId="3594b430-535d-41be-b63f-97edd20b26ce" providerId="ADAL" clId="{D24C0CE8-08A2-D34F-90EF-4CA5903F0327}" dt="2023-02-28T18:28:33.053" v="2765"/>
          <ac:spMkLst>
            <pc:docMk/>
            <pc:sldMasterMk cId="2620391710" sldId="2147483693"/>
            <ac:spMk id="9" creationId="{D8469941-2014-BD9B-5D75-D98663BE87C8}"/>
          </ac:spMkLst>
        </pc:spChg>
        <pc:spChg chg="mod">
          <ac:chgData name="Ruben Wiersma" userId="3594b430-535d-41be-b63f-97edd20b26ce" providerId="ADAL" clId="{D24C0CE8-08A2-D34F-90EF-4CA5903F0327}" dt="2023-03-09T19:58:57.251" v="3745"/>
          <ac:spMkLst>
            <pc:docMk/>
            <pc:sldMasterMk cId="2620391710" sldId="2147483693"/>
            <ac:spMk id="10" creationId="{15C130DF-3F84-8F64-1E8D-A769C9ABCDE4}"/>
          </ac:spMkLst>
        </pc:spChg>
        <pc:spChg chg="mod">
          <ac:chgData name="Ruben Wiersma" userId="3594b430-535d-41be-b63f-97edd20b26ce" providerId="ADAL" clId="{D24C0CE8-08A2-D34F-90EF-4CA5903F0327}" dt="2023-02-28T17:40:29.992" v="1547"/>
          <ac:spMkLst>
            <pc:docMk/>
            <pc:sldMasterMk cId="2620391710" sldId="2147483693"/>
            <ac:spMk id="10" creationId="{5D9B74D6-A0BC-76FC-FAC2-8E7AEC243EBA}"/>
          </ac:spMkLst>
        </pc:spChg>
        <pc:spChg chg="add del mod">
          <ac:chgData name="Ruben Wiersma" userId="3594b430-535d-41be-b63f-97edd20b26ce" providerId="ADAL" clId="{D24C0CE8-08A2-D34F-90EF-4CA5903F0327}" dt="2023-03-02T16:13:56.009" v="3282" actId="1076"/>
          <ac:spMkLst>
            <pc:docMk/>
            <pc:sldMasterMk cId="2620391710" sldId="2147483693"/>
            <ac:spMk id="11" creationId="{AD28B9BB-79AE-52CF-FC6C-DE71E78C6BA1}"/>
          </ac:spMkLst>
        </pc:spChg>
        <pc:spChg chg="mod">
          <ac:chgData name="Ruben Wiersma" userId="3594b430-535d-41be-b63f-97edd20b26ce" providerId="ADAL" clId="{D24C0CE8-08A2-D34F-90EF-4CA5903F0327}" dt="2023-03-03T12:36:26.909" v="3465"/>
          <ac:spMkLst>
            <pc:docMk/>
            <pc:sldMasterMk cId="2620391710" sldId="2147483693"/>
            <ac:spMk id="12" creationId="{1786D616-1874-ACC1-7D25-4D3AF8C214BA}"/>
          </ac:spMkLst>
        </pc:spChg>
        <pc:spChg chg="mod">
          <ac:chgData name="Ruben Wiersma" userId="3594b430-535d-41be-b63f-97edd20b26ce" providerId="ADAL" clId="{D24C0CE8-08A2-D34F-90EF-4CA5903F0327}" dt="2023-03-09T19:58:57.251" v="3745"/>
          <ac:spMkLst>
            <pc:docMk/>
            <pc:sldMasterMk cId="2620391710" sldId="2147483693"/>
            <ac:spMk id="12" creationId="{4EE69D49-5402-ED72-8D72-40F3FE0708EF}"/>
          </ac:spMkLst>
        </pc:spChg>
        <pc:spChg chg="mod">
          <ac:chgData name="Ruben Wiersma" userId="3594b430-535d-41be-b63f-97edd20b26ce" providerId="ADAL" clId="{D24C0CE8-08A2-D34F-90EF-4CA5903F0327}" dt="2023-03-03T12:21:02.397" v="3334"/>
          <ac:spMkLst>
            <pc:docMk/>
            <pc:sldMasterMk cId="2620391710" sldId="2147483693"/>
            <ac:spMk id="12" creationId="{8CD9FC14-45AC-A363-2720-A6626B77AF47}"/>
          </ac:spMkLst>
        </pc:spChg>
        <pc:spChg chg="mod">
          <ac:chgData name="Ruben Wiersma" userId="3594b430-535d-41be-b63f-97edd20b26ce" providerId="ADAL" clId="{D24C0CE8-08A2-D34F-90EF-4CA5903F0327}" dt="2023-03-02T16:13:53.610" v="3280"/>
          <ac:spMkLst>
            <pc:docMk/>
            <pc:sldMasterMk cId="2620391710" sldId="2147483693"/>
            <ac:spMk id="12" creationId="{F447F345-C666-DD04-4A6A-846787FC7F9B}"/>
          </ac:spMkLst>
        </pc:spChg>
        <pc:spChg chg="mod">
          <ac:chgData name="Ruben Wiersma" userId="3594b430-535d-41be-b63f-97edd20b26ce" providerId="ADAL" clId="{D24C0CE8-08A2-D34F-90EF-4CA5903F0327}" dt="2023-02-28T17:27:00.370" v="868" actId="207"/>
          <ac:spMkLst>
            <pc:docMk/>
            <pc:sldMasterMk cId="2620391710" sldId="2147483693"/>
            <ac:spMk id="14" creationId="{598A7B74-1A11-CB72-D0B4-27966EA6C64C}"/>
          </ac:spMkLst>
        </pc:spChg>
        <pc:spChg chg="mod">
          <ac:chgData name="Ruben Wiersma" userId="3594b430-535d-41be-b63f-97edd20b26ce" providerId="ADAL" clId="{D24C0CE8-08A2-D34F-90EF-4CA5903F0327}" dt="2023-03-02T09:03:11.408" v="2772"/>
          <ac:spMkLst>
            <pc:docMk/>
            <pc:sldMasterMk cId="2620391710" sldId="2147483693"/>
            <ac:spMk id="15" creationId="{212E43E6-C6E8-E27E-A7D8-B6BA45D844F5}"/>
          </ac:spMkLst>
        </pc:spChg>
        <pc:spChg chg="mod">
          <ac:chgData name="Ruben Wiersma" userId="3594b430-535d-41be-b63f-97edd20b26ce" providerId="ADAL" clId="{D24C0CE8-08A2-D34F-90EF-4CA5903F0327}" dt="2023-02-28T18:18:54.363" v="2510"/>
          <ac:spMkLst>
            <pc:docMk/>
            <pc:sldMasterMk cId="2620391710" sldId="2147483693"/>
            <ac:spMk id="15" creationId="{49ABC6FF-AEB4-95E6-45EA-9C29C027B941}"/>
          </ac:spMkLst>
        </pc:spChg>
        <pc:spChg chg="mod">
          <ac:chgData name="Ruben Wiersma" userId="3594b430-535d-41be-b63f-97edd20b26ce" providerId="ADAL" clId="{D24C0CE8-08A2-D34F-90EF-4CA5903F0327}" dt="2023-03-03T12:36:26.909" v="3465"/>
          <ac:spMkLst>
            <pc:docMk/>
            <pc:sldMasterMk cId="2620391710" sldId="2147483693"/>
            <ac:spMk id="15" creationId="{A2C88688-DE87-25F4-97A1-0E3D526FD3E4}"/>
          </ac:spMkLst>
        </pc:spChg>
        <pc:spChg chg="mod">
          <ac:chgData name="Ruben Wiersma" userId="3594b430-535d-41be-b63f-97edd20b26ce" providerId="ADAL" clId="{D24C0CE8-08A2-D34F-90EF-4CA5903F0327}" dt="2023-03-02T16:13:53.610" v="3280"/>
          <ac:spMkLst>
            <pc:docMk/>
            <pc:sldMasterMk cId="2620391710" sldId="2147483693"/>
            <ac:spMk id="15" creationId="{A958B84E-7E79-3687-3A72-1453EDF00BA6}"/>
          </ac:spMkLst>
        </pc:spChg>
        <pc:spChg chg="mod">
          <ac:chgData name="Ruben Wiersma" userId="3594b430-535d-41be-b63f-97edd20b26ce" providerId="ADAL" clId="{D24C0CE8-08A2-D34F-90EF-4CA5903F0327}" dt="2023-03-03T12:21:02.397" v="3334"/>
          <ac:spMkLst>
            <pc:docMk/>
            <pc:sldMasterMk cId="2620391710" sldId="2147483693"/>
            <ac:spMk id="15" creationId="{B742923D-5CF7-BDCF-5020-6111E902789F}"/>
          </ac:spMkLst>
        </pc:spChg>
        <pc:spChg chg="mod">
          <ac:chgData name="Ruben Wiersma" userId="3594b430-535d-41be-b63f-97edd20b26ce" providerId="ADAL" clId="{D24C0CE8-08A2-D34F-90EF-4CA5903F0327}" dt="2023-03-03T12:21:02.397" v="3334"/>
          <ac:spMkLst>
            <pc:docMk/>
            <pc:sldMasterMk cId="2620391710" sldId="2147483693"/>
            <ac:spMk id="16" creationId="{1658B85C-914C-549A-F296-524519833264}"/>
          </ac:spMkLst>
        </pc:spChg>
        <pc:spChg chg="mod">
          <ac:chgData name="Ruben Wiersma" userId="3594b430-535d-41be-b63f-97edd20b26ce" providerId="ADAL" clId="{D24C0CE8-08A2-D34F-90EF-4CA5903F0327}" dt="2023-02-28T18:18:54.363" v="2510"/>
          <ac:spMkLst>
            <pc:docMk/>
            <pc:sldMasterMk cId="2620391710" sldId="2147483693"/>
            <ac:spMk id="16" creationId="{1F380756-3DBF-C677-F2C2-6B61F0DA56BD}"/>
          </ac:spMkLst>
        </pc:spChg>
        <pc:spChg chg="mod">
          <ac:chgData name="Ruben Wiersma" userId="3594b430-535d-41be-b63f-97edd20b26ce" providerId="ADAL" clId="{D24C0CE8-08A2-D34F-90EF-4CA5903F0327}" dt="2023-03-02T16:13:53.610" v="3280"/>
          <ac:spMkLst>
            <pc:docMk/>
            <pc:sldMasterMk cId="2620391710" sldId="2147483693"/>
            <ac:spMk id="16" creationId="{63BF8B99-42A3-025E-7653-3A836CB92E46}"/>
          </ac:spMkLst>
        </pc:spChg>
        <pc:spChg chg="mod">
          <ac:chgData name="Ruben Wiersma" userId="3594b430-535d-41be-b63f-97edd20b26ce" providerId="ADAL" clId="{D24C0CE8-08A2-D34F-90EF-4CA5903F0327}" dt="2023-03-03T12:36:26.909" v="3465"/>
          <ac:spMkLst>
            <pc:docMk/>
            <pc:sldMasterMk cId="2620391710" sldId="2147483693"/>
            <ac:spMk id="16" creationId="{9D11AE89-2170-D80B-40CC-8BD2D7FA25F8}"/>
          </ac:spMkLst>
        </pc:spChg>
        <pc:spChg chg="mod">
          <ac:chgData name="Ruben Wiersma" userId="3594b430-535d-41be-b63f-97edd20b26ce" providerId="ADAL" clId="{D24C0CE8-08A2-D34F-90EF-4CA5903F0327}" dt="2023-03-02T09:03:11.408" v="2772"/>
          <ac:spMkLst>
            <pc:docMk/>
            <pc:sldMasterMk cId="2620391710" sldId="2147483693"/>
            <ac:spMk id="16" creationId="{BE125E1E-7E4B-7EC9-37BF-773FE3810246}"/>
          </ac:spMkLst>
        </pc:spChg>
        <pc:spChg chg="mod">
          <ac:chgData name="Ruben Wiersma" userId="3594b430-535d-41be-b63f-97edd20b26ce" providerId="ADAL" clId="{D24C0CE8-08A2-D34F-90EF-4CA5903F0327}" dt="2023-02-28T18:18:54.363" v="2510"/>
          <ac:spMkLst>
            <pc:docMk/>
            <pc:sldMasterMk cId="2620391710" sldId="2147483693"/>
            <ac:spMk id="17" creationId="{72C8B07B-6CCA-EB72-AC4A-CB9238D5660C}"/>
          </ac:spMkLst>
        </pc:spChg>
        <pc:spChg chg="mod">
          <ac:chgData name="Ruben Wiersma" userId="3594b430-535d-41be-b63f-97edd20b26ce" providerId="ADAL" clId="{D24C0CE8-08A2-D34F-90EF-4CA5903F0327}" dt="2023-03-02T09:03:11.408" v="2772"/>
          <ac:spMkLst>
            <pc:docMk/>
            <pc:sldMasterMk cId="2620391710" sldId="2147483693"/>
            <ac:spMk id="17" creationId="{E79FBE12-DD36-B706-8C4E-2256B2624846}"/>
          </ac:spMkLst>
        </pc:spChg>
        <pc:spChg chg="mod">
          <ac:chgData name="Ruben Wiersma" userId="3594b430-535d-41be-b63f-97edd20b26ce" providerId="ADAL" clId="{D24C0CE8-08A2-D34F-90EF-4CA5903F0327}" dt="2023-03-02T09:03:11.408" v="2772"/>
          <ac:spMkLst>
            <pc:docMk/>
            <pc:sldMasterMk cId="2620391710" sldId="2147483693"/>
            <ac:spMk id="19" creationId="{2C5C1011-A3E8-1460-B12D-2F0F50C86E52}"/>
          </ac:spMkLst>
        </pc:spChg>
        <pc:spChg chg="mod">
          <ac:chgData name="Ruben Wiersma" userId="3594b430-535d-41be-b63f-97edd20b26ce" providerId="ADAL" clId="{D24C0CE8-08A2-D34F-90EF-4CA5903F0327}" dt="2023-02-28T18:18:54.363" v="2510"/>
          <ac:spMkLst>
            <pc:docMk/>
            <pc:sldMasterMk cId="2620391710" sldId="2147483693"/>
            <ac:spMk id="19" creationId="{A8AA39CD-57DC-C0A1-2B9A-36A7DF1B5693}"/>
          </ac:spMkLst>
        </pc:spChg>
        <pc:spChg chg="mod">
          <ac:chgData name="Ruben Wiersma" userId="3594b430-535d-41be-b63f-97edd20b26ce" providerId="ADAL" clId="{D24C0CE8-08A2-D34F-90EF-4CA5903F0327}" dt="2023-03-02T16:14:54.384" v="3293"/>
          <ac:spMkLst>
            <pc:docMk/>
            <pc:sldMasterMk cId="2620391710" sldId="2147483693"/>
            <ac:spMk id="20" creationId="{9643B14A-76A8-4180-6FB2-957D5833725D}"/>
          </ac:spMkLst>
        </pc:spChg>
        <pc:spChg chg="del">
          <ac:chgData name="Ruben Wiersma" userId="3594b430-535d-41be-b63f-97edd20b26ce" providerId="ADAL" clId="{D24C0CE8-08A2-D34F-90EF-4CA5903F0327}" dt="2023-02-28T17:26:47.309" v="866" actId="478"/>
          <ac:spMkLst>
            <pc:docMk/>
            <pc:sldMasterMk cId="2620391710" sldId="2147483693"/>
            <ac:spMk id="21" creationId="{3D18A45F-08E2-9F1E-E247-8FEC22205C73}"/>
          </ac:spMkLst>
        </pc:spChg>
        <pc:spChg chg="mod">
          <ac:chgData name="Ruben Wiersma" userId="3594b430-535d-41be-b63f-97edd20b26ce" providerId="ADAL" clId="{D24C0CE8-08A2-D34F-90EF-4CA5903F0327}" dt="2023-03-02T16:14:54.384" v="3293"/>
          <ac:spMkLst>
            <pc:docMk/>
            <pc:sldMasterMk cId="2620391710" sldId="2147483693"/>
            <ac:spMk id="21" creationId="{E1F822D5-8D2C-732E-9563-BAFB74F75FA5}"/>
          </ac:spMkLst>
        </pc:spChg>
        <pc:spChg chg="mod">
          <ac:chgData name="Ruben Wiersma" userId="3594b430-535d-41be-b63f-97edd20b26ce" providerId="ADAL" clId="{D24C0CE8-08A2-D34F-90EF-4CA5903F0327}" dt="2023-02-28T18:19:31.908" v="2517"/>
          <ac:spMkLst>
            <pc:docMk/>
            <pc:sldMasterMk cId="2620391710" sldId="2147483693"/>
            <ac:spMk id="22" creationId="{145BDD3C-EA9A-F5C2-E92D-3F0ED33D2E5D}"/>
          </ac:spMkLst>
        </pc:spChg>
        <pc:spChg chg="mod">
          <ac:chgData name="Ruben Wiersma" userId="3594b430-535d-41be-b63f-97edd20b26ce" providerId="ADAL" clId="{D24C0CE8-08A2-D34F-90EF-4CA5903F0327}" dt="2023-03-02T16:14:54.384" v="3293"/>
          <ac:spMkLst>
            <pc:docMk/>
            <pc:sldMasterMk cId="2620391710" sldId="2147483693"/>
            <ac:spMk id="22" creationId="{59D90516-3F72-C283-5FAA-B6F9DFEF2209}"/>
          </ac:spMkLst>
        </pc:spChg>
        <pc:spChg chg="mod">
          <ac:chgData name="Ruben Wiersma" userId="3594b430-535d-41be-b63f-97edd20b26ce" providerId="ADAL" clId="{D24C0CE8-08A2-D34F-90EF-4CA5903F0327}" dt="2023-03-02T09:05:47.731" v="2789"/>
          <ac:spMkLst>
            <pc:docMk/>
            <pc:sldMasterMk cId="2620391710" sldId="2147483693"/>
            <ac:spMk id="22" creationId="{AC9E1A8F-2EB1-871B-0B70-600B31F0D22A}"/>
          </ac:spMkLst>
        </pc:spChg>
        <pc:spChg chg="mod">
          <ac:chgData name="Ruben Wiersma" userId="3594b430-535d-41be-b63f-97edd20b26ce" providerId="ADAL" clId="{D24C0CE8-08A2-D34F-90EF-4CA5903F0327}" dt="2023-02-28T18:19:31.908" v="2517"/>
          <ac:spMkLst>
            <pc:docMk/>
            <pc:sldMasterMk cId="2620391710" sldId="2147483693"/>
            <ac:spMk id="23" creationId="{FAD2A448-B181-A355-45E2-71A1C8081E7C}"/>
          </ac:spMkLst>
        </pc:spChg>
        <pc:spChg chg="mod">
          <ac:chgData name="Ruben Wiersma" userId="3594b430-535d-41be-b63f-97edd20b26ce" providerId="ADAL" clId="{D24C0CE8-08A2-D34F-90EF-4CA5903F0327}" dt="2023-02-28T18:19:31.908" v="2517"/>
          <ac:spMkLst>
            <pc:docMk/>
            <pc:sldMasterMk cId="2620391710" sldId="2147483693"/>
            <ac:spMk id="24" creationId="{FBA1121A-E1AC-45C7-8F91-D5909D96DD4D}"/>
          </ac:spMkLst>
        </pc:spChg>
        <pc:spChg chg="mod">
          <ac:chgData name="Ruben Wiersma" userId="3594b430-535d-41be-b63f-97edd20b26ce" providerId="ADAL" clId="{D24C0CE8-08A2-D34F-90EF-4CA5903F0327}" dt="2023-03-03T12:22:50.754" v="3373"/>
          <ac:spMkLst>
            <pc:docMk/>
            <pc:sldMasterMk cId="2620391710" sldId="2147483693"/>
            <ac:spMk id="25" creationId="{02A392A6-C677-7AA4-5966-623576900149}"/>
          </ac:spMkLst>
        </pc:spChg>
        <pc:spChg chg="mod">
          <ac:chgData name="Ruben Wiersma" userId="3594b430-535d-41be-b63f-97edd20b26ce" providerId="ADAL" clId="{D24C0CE8-08A2-D34F-90EF-4CA5903F0327}" dt="2023-02-28T18:19:31.908" v="2517"/>
          <ac:spMkLst>
            <pc:docMk/>
            <pc:sldMasterMk cId="2620391710" sldId="2147483693"/>
            <ac:spMk id="25" creationId="{1EC3638C-9DC4-7690-7F37-75922A4121F3}"/>
          </ac:spMkLst>
        </pc:spChg>
        <pc:spChg chg="mod">
          <ac:chgData name="Ruben Wiersma" userId="3594b430-535d-41be-b63f-97edd20b26ce" providerId="ADAL" clId="{D24C0CE8-08A2-D34F-90EF-4CA5903F0327}" dt="2023-03-02T09:08:46.705" v="2817"/>
          <ac:spMkLst>
            <pc:docMk/>
            <pc:sldMasterMk cId="2620391710" sldId="2147483693"/>
            <ac:spMk id="25" creationId="{4578B3C2-06C3-DDDA-6B58-2F65C0D2534B}"/>
          </ac:spMkLst>
        </pc:spChg>
        <pc:spChg chg="mod">
          <ac:chgData name="Ruben Wiersma" userId="3594b430-535d-41be-b63f-97edd20b26ce" providerId="ADAL" clId="{D24C0CE8-08A2-D34F-90EF-4CA5903F0327}" dt="2023-03-03T12:43:07.528" v="3559"/>
          <ac:spMkLst>
            <pc:docMk/>
            <pc:sldMasterMk cId="2620391710" sldId="2147483693"/>
            <ac:spMk id="25" creationId="{69B5FE18-3604-7CF9-DD3D-37295B2C2406}"/>
          </ac:spMkLst>
        </pc:spChg>
        <pc:spChg chg="mod">
          <ac:chgData name="Ruben Wiersma" userId="3594b430-535d-41be-b63f-97edd20b26ce" providerId="ADAL" clId="{D24C0CE8-08A2-D34F-90EF-4CA5903F0327}" dt="2023-03-03T12:43:07.528" v="3559"/>
          <ac:spMkLst>
            <pc:docMk/>
            <pc:sldMasterMk cId="2620391710" sldId="2147483693"/>
            <ac:spMk id="26" creationId="{6081B40E-23E3-26B4-C07A-B32E89C22B3E}"/>
          </ac:spMkLst>
        </pc:spChg>
        <pc:spChg chg="mod">
          <ac:chgData name="Ruben Wiersma" userId="3594b430-535d-41be-b63f-97edd20b26ce" providerId="ADAL" clId="{D24C0CE8-08A2-D34F-90EF-4CA5903F0327}" dt="2023-03-03T12:22:50.754" v="3373"/>
          <ac:spMkLst>
            <pc:docMk/>
            <pc:sldMasterMk cId="2620391710" sldId="2147483693"/>
            <ac:spMk id="26" creationId="{A0D73060-0EC4-5E56-8E5D-E74B7BDA3241}"/>
          </ac:spMkLst>
        </pc:spChg>
        <pc:spChg chg="mod">
          <ac:chgData name="Ruben Wiersma" userId="3594b430-535d-41be-b63f-97edd20b26ce" providerId="ADAL" clId="{D24C0CE8-08A2-D34F-90EF-4CA5903F0327}" dt="2023-03-03T12:22:50.754" v="3373"/>
          <ac:spMkLst>
            <pc:docMk/>
            <pc:sldMasterMk cId="2620391710" sldId="2147483693"/>
            <ac:spMk id="27" creationId="{9E9AF1A1-0A01-D9A8-DD38-CDCF0C068707}"/>
          </ac:spMkLst>
        </pc:spChg>
        <pc:spChg chg="mod">
          <ac:chgData name="Ruben Wiersma" userId="3594b430-535d-41be-b63f-97edd20b26ce" providerId="ADAL" clId="{D24C0CE8-08A2-D34F-90EF-4CA5903F0327}" dt="2023-03-03T12:43:07.528" v="3559"/>
          <ac:spMkLst>
            <pc:docMk/>
            <pc:sldMasterMk cId="2620391710" sldId="2147483693"/>
            <ac:spMk id="27" creationId="{B2AC035E-BFDF-729A-D24C-080934C8F2E6}"/>
          </ac:spMkLst>
        </pc:spChg>
        <pc:spChg chg="mod">
          <ac:chgData name="Ruben Wiersma" userId="3594b430-535d-41be-b63f-97edd20b26ce" providerId="ADAL" clId="{D24C0CE8-08A2-D34F-90EF-4CA5903F0327}" dt="2023-03-02T09:08:56.694" v="2820"/>
          <ac:spMkLst>
            <pc:docMk/>
            <pc:sldMasterMk cId="2620391710" sldId="2147483693"/>
            <ac:spMk id="28" creationId="{A2763973-2FEB-6AF4-22F9-515582FF51CE}"/>
          </ac:spMkLst>
        </pc:spChg>
        <pc:spChg chg="mod">
          <ac:chgData name="Ruben Wiersma" userId="3594b430-535d-41be-b63f-97edd20b26ce" providerId="ADAL" clId="{D24C0CE8-08A2-D34F-90EF-4CA5903F0327}" dt="2023-03-03T12:43:55.496" v="3572"/>
          <ac:spMkLst>
            <pc:docMk/>
            <pc:sldMasterMk cId="2620391710" sldId="2147483693"/>
            <ac:spMk id="30" creationId="{578CB5FC-03CE-FDAE-9F4A-413A08023ECF}"/>
          </ac:spMkLst>
        </pc:spChg>
        <pc:spChg chg="mod">
          <ac:chgData name="Ruben Wiersma" userId="3594b430-535d-41be-b63f-97edd20b26ce" providerId="ADAL" clId="{D24C0CE8-08A2-D34F-90EF-4CA5903F0327}" dt="2023-03-03T12:24:57.348" v="3420"/>
          <ac:spMkLst>
            <pc:docMk/>
            <pc:sldMasterMk cId="2620391710" sldId="2147483693"/>
            <ac:spMk id="30" creationId="{BDE5E3CC-4C15-DD21-CF92-05DE402EBA64}"/>
          </ac:spMkLst>
        </pc:spChg>
        <pc:spChg chg="mod">
          <ac:chgData name="Ruben Wiersma" userId="3594b430-535d-41be-b63f-97edd20b26ce" providerId="ADAL" clId="{D24C0CE8-08A2-D34F-90EF-4CA5903F0327}" dt="2023-03-03T12:43:55.496" v="3572"/>
          <ac:spMkLst>
            <pc:docMk/>
            <pc:sldMasterMk cId="2620391710" sldId="2147483693"/>
            <ac:spMk id="31" creationId="{2EA1EBF4-0A47-92D3-FD3F-6FB60FF1A20A}"/>
          </ac:spMkLst>
        </pc:spChg>
        <pc:spChg chg="mod">
          <ac:chgData name="Ruben Wiersma" userId="3594b430-535d-41be-b63f-97edd20b26ce" providerId="ADAL" clId="{D24C0CE8-08A2-D34F-90EF-4CA5903F0327}" dt="2023-03-03T12:24:57.348" v="3420"/>
          <ac:spMkLst>
            <pc:docMk/>
            <pc:sldMasterMk cId="2620391710" sldId="2147483693"/>
            <ac:spMk id="31" creationId="{8354E886-9A35-58D1-5685-14F0455D834E}"/>
          </ac:spMkLst>
        </pc:spChg>
        <pc:spChg chg="mod">
          <ac:chgData name="Ruben Wiersma" userId="3594b430-535d-41be-b63f-97edd20b26ce" providerId="ADAL" clId="{D24C0CE8-08A2-D34F-90EF-4CA5903F0327}" dt="2023-03-02T09:10:42.365" v="2841"/>
          <ac:spMkLst>
            <pc:docMk/>
            <pc:sldMasterMk cId="2620391710" sldId="2147483693"/>
            <ac:spMk id="31" creationId="{8DCD6C05-27D2-4DED-8775-83AF41E7C4F6}"/>
          </ac:spMkLst>
        </pc:spChg>
        <pc:spChg chg="mod">
          <ac:chgData name="Ruben Wiersma" userId="3594b430-535d-41be-b63f-97edd20b26ce" providerId="ADAL" clId="{D24C0CE8-08A2-D34F-90EF-4CA5903F0327}" dt="2023-03-03T12:24:57.348" v="3420"/>
          <ac:spMkLst>
            <pc:docMk/>
            <pc:sldMasterMk cId="2620391710" sldId="2147483693"/>
            <ac:spMk id="32" creationId="{D3E949D8-B5BF-7CD9-BF24-C219F33D2831}"/>
          </ac:spMkLst>
        </pc:spChg>
        <pc:spChg chg="mod">
          <ac:chgData name="Ruben Wiersma" userId="3594b430-535d-41be-b63f-97edd20b26ce" providerId="ADAL" clId="{D24C0CE8-08A2-D34F-90EF-4CA5903F0327}" dt="2023-03-03T12:43:55.496" v="3572"/>
          <ac:spMkLst>
            <pc:docMk/>
            <pc:sldMasterMk cId="2620391710" sldId="2147483693"/>
            <ac:spMk id="32" creationId="{D74E7D12-CB4B-216B-1DA5-59714E36FAA3}"/>
          </ac:spMkLst>
        </pc:spChg>
        <pc:spChg chg="mod">
          <ac:chgData name="Ruben Wiersma" userId="3594b430-535d-41be-b63f-97edd20b26ce" providerId="ADAL" clId="{D24C0CE8-08A2-D34F-90EF-4CA5903F0327}" dt="2023-03-02T09:11:33.041" v="2875"/>
          <ac:spMkLst>
            <pc:docMk/>
            <pc:sldMasterMk cId="2620391710" sldId="2147483693"/>
            <ac:spMk id="34" creationId="{168D6E9A-64F7-694D-4030-86D0C4D311FC}"/>
          </ac:spMkLst>
        </pc:spChg>
        <pc:spChg chg="mod">
          <ac:chgData name="Ruben Wiersma" userId="3594b430-535d-41be-b63f-97edd20b26ce" providerId="ADAL" clId="{D24C0CE8-08A2-D34F-90EF-4CA5903F0327}" dt="2023-03-03T12:45:43.525" v="3583"/>
          <ac:spMkLst>
            <pc:docMk/>
            <pc:sldMasterMk cId="2620391710" sldId="2147483693"/>
            <ac:spMk id="35" creationId="{9111533C-2234-5A52-68D2-56174CB02EDA}"/>
          </ac:spMkLst>
        </pc:spChg>
        <pc:spChg chg="mod">
          <ac:chgData name="Ruben Wiersma" userId="3594b430-535d-41be-b63f-97edd20b26ce" providerId="ADAL" clId="{D24C0CE8-08A2-D34F-90EF-4CA5903F0327}" dt="2023-03-03T12:45:43.525" v="3583"/>
          <ac:spMkLst>
            <pc:docMk/>
            <pc:sldMasterMk cId="2620391710" sldId="2147483693"/>
            <ac:spMk id="36" creationId="{A36B55AF-21C4-B4B1-F01A-E2C34A01DB45}"/>
          </ac:spMkLst>
        </pc:spChg>
        <pc:spChg chg="mod">
          <ac:chgData name="Ruben Wiersma" userId="3594b430-535d-41be-b63f-97edd20b26ce" providerId="ADAL" clId="{D24C0CE8-08A2-D34F-90EF-4CA5903F0327}" dt="2023-03-03T12:45:43.525" v="3583"/>
          <ac:spMkLst>
            <pc:docMk/>
            <pc:sldMasterMk cId="2620391710" sldId="2147483693"/>
            <ac:spMk id="37" creationId="{3EDBF977-8B34-DAF4-E710-338E4A2AE65B}"/>
          </ac:spMkLst>
        </pc:spChg>
        <pc:spChg chg="mod">
          <ac:chgData name="Ruben Wiersma" userId="3594b430-535d-41be-b63f-97edd20b26ce" providerId="ADAL" clId="{D24C0CE8-08A2-D34F-90EF-4CA5903F0327}" dt="2023-03-02T09:12:30.052" v="2878"/>
          <ac:spMkLst>
            <pc:docMk/>
            <pc:sldMasterMk cId="2620391710" sldId="2147483693"/>
            <ac:spMk id="37" creationId="{738FBB42-8929-C64F-B8CC-DF9A1443207D}"/>
          </ac:spMkLst>
        </pc:spChg>
        <pc:spChg chg="mod topLvl">
          <ac:chgData name="Ruben Wiersma" userId="3594b430-535d-41be-b63f-97edd20b26ce" providerId="ADAL" clId="{D24C0CE8-08A2-D34F-90EF-4CA5903F0327}" dt="2023-03-02T13:26:06.131" v="2905" actId="478"/>
          <ac:spMkLst>
            <pc:docMk/>
            <pc:sldMasterMk cId="2620391710" sldId="2147483693"/>
            <ac:spMk id="40" creationId="{CC67ACA1-3272-8AB2-1629-FE1554180E66}"/>
          </ac:spMkLst>
        </pc:spChg>
        <pc:spChg chg="mod">
          <ac:chgData name="Ruben Wiersma" userId="3594b430-535d-41be-b63f-97edd20b26ce" providerId="ADAL" clId="{D24C0CE8-08A2-D34F-90EF-4CA5903F0327}" dt="2023-03-03T12:47:47.254" v="3588"/>
          <ac:spMkLst>
            <pc:docMk/>
            <pc:sldMasterMk cId="2620391710" sldId="2147483693"/>
            <ac:spMk id="40" creationId="{FEE9B6DC-E513-B2D1-F2AC-CE7C6591F468}"/>
          </ac:spMkLst>
        </pc:spChg>
        <pc:spChg chg="mod">
          <ac:chgData name="Ruben Wiersma" userId="3594b430-535d-41be-b63f-97edd20b26ce" providerId="ADAL" clId="{D24C0CE8-08A2-D34F-90EF-4CA5903F0327}" dt="2023-03-03T12:47:47.254" v="3588"/>
          <ac:spMkLst>
            <pc:docMk/>
            <pc:sldMasterMk cId="2620391710" sldId="2147483693"/>
            <ac:spMk id="41" creationId="{9A5B73AA-BFA2-C00C-09F5-8E2D58D3C27F}"/>
          </ac:spMkLst>
        </pc:spChg>
        <pc:spChg chg="mod">
          <ac:chgData name="Ruben Wiersma" userId="3594b430-535d-41be-b63f-97edd20b26ce" providerId="ADAL" clId="{D24C0CE8-08A2-D34F-90EF-4CA5903F0327}" dt="2023-03-03T12:47:47.254" v="3588"/>
          <ac:spMkLst>
            <pc:docMk/>
            <pc:sldMasterMk cId="2620391710" sldId="2147483693"/>
            <ac:spMk id="42" creationId="{056AF569-C736-39AC-BAF6-379AFF554578}"/>
          </ac:spMkLst>
        </pc:spChg>
        <pc:grpChg chg="add del mod">
          <ac:chgData name="Ruben Wiersma" userId="3594b430-535d-41be-b63f-97edd20b26ce" providerId="ADAL" clId="{D24C0CE8-08A2-D34F-90EF-4CA5903F0327}" dt="2023-03-03T12:21:01.768" v="3332"/>
          <ac:grpSpMkLst>
            <pc:docMk/>
            <pc:sldMasterMk cId="2620391710" sldId="2147483693"/>
            <ac:grpSpMk id="2" creationId="{43296265-626C-5AED-C2D6-8FF4708E5EC8}"/>
          </ac:grpSpMkLst>
        </pc:grpChg>
        <pc:grpChg chg="add del mod">
          <ac:chgData name="Ruben Wiersma" userId="3594b430-535d-41be-b63f-97edd20b26ce" providerId="ADAL" clId="{D24C0CE8-08A2-D34F-90EF-4CA5903F0327}" dt="2023-03-09T19:58:57.032" v="3744" actId="478"/>
          <ac:grpSpMkLst>
            <pc:docMk/>
            <pc:sldMasterMk cId="2620391710" sldId="2147483693"/>
            <ac:grpSpMk id="2" creationId="{73D68E5E-C916-2612-392F-EC09FBF602FF}"/>
          </ac:grpSpMkLst>
        </pc:grpChg>
        <pc:grpChg chg="add del mod">
          <ac:chgData name="Ruben Wiersma" userId="3594b430-535d-41be-b63f-97edd20b26ce" providerId="ADAL" clId="{D24C0CE8-08A2-D34F-90EF-4CA5903F0327}" dt="2023-03-02T09:03:11.109" v="2771" actId="478"/>
          <ac:grpSpMkLst>
            <pc:docMk/>
            <pc:sldMasterMk cId="2620391710" sldId="2147483693"/>
            <ac:grpSpMk id="2" creationId="{96E69CEA-6027-6167-75B4-40EFBDC61D05}"/>
          </ac:grpSpMkLst>
        </pc:grpChg>
        <pc:grpChg chg="add del mod">
          <ac:chgData name="Ruben Wiersma" userId="3594b430-535d-41be-b63f-97edd20b26ce" providerId="ADAL" clId="{D24C0CE8-08A2-D34F-90EF-4CA5903F0327}" dt="2023-03-03T12:36:26.425" v="3464" actId="478"/>
          <ac:grpSpMkLst>
            <pc:docMk/>
            <pc:sldMasterMk cId="2620391710" sldId="2147483693"/>
            <ac:grpSpMk id="2" creationId="{CB7C6232-C334-B044-438D-187C7F171D71}"/>
          </ac:grpSpMkLst>
        </pc:grpChg>
        <pc:grpChg chg="add del mod">
          <ac:chgData name="Ruben Wiersma" userId="3594b430-535d-41be-b63f-97edd20b26ce" providerId="ADAL" clId="{D24C0CE8-08A2-D34F-90EF-4CA5903F0327}" dt="2023-03-02T16:13:53.347" v="3279" actId="478"/>
          <ac:grpSpMkLst>
            <pc:docMk/>
            <pc:sldMasterMk cId="2620391710" sldId="2147483693"/>
            <ac:grpSpMk id="2" creationId="{DE01563B-00E2-5536-6371-CE6C885ED3F3}"/>
          </ac:grpSpMkLst>
        </pc:grpChg>
        <pc:grpChg chg="add del mod">
          <ac:chgData name="Ruben Wiersma" userId="3594b430-535d-41be-b63f-97edd20b26ce" providerId="ADAL" clId="{D24C0CE8-08A2-D34F-90EF-4CA5903F0327}" dt="2023-02-28T18:19:31.678" v="2516" actId="478"/>
          <ac:grpSpMkLst>
            <pc:docMk/>
            <pc:sldMasterMk cId="2620391710" sldId="2147483693"/>
            <ac:grpSpMk id="2" creationId="{F827E34F-3B79-5A8B-2656-D785D5BAE2C2}"/>
          </ac:grpSpMkLst>
        </pc:grpChg>
        <pc:grpChg chg="add del mod">
          <ac:chgData name="Ruben Wiersma" userId="3594b430-535d-41be-b63f-97edd20b26ce" providerId="ADAL" clId="{D24C0CE8-08A2-D34F-90EF-4CA5903F0327}" dt="2023-02-28T18:18:54.129" v="2509" actId="478"/>
          <ac:grpSpMkLst>
            <pc:docMk/>
            <pc:sldMasterMk cId="2620391710" sldId="2147483693"/>
            <ac:grpSpMk id="5" creationId="{77DB98B7-C83C-6205-E2D3-5EEE1D364348}"/>
          </ac:grpSpMkLst>
        </pc:grpChg>
        <pc:grpChg chg="add mod">
          <ac:chgData name="Ruben Wiersma" userId="3594b430-535d-41be-b63f-97edd20b26ce" providerId="ADAL" clId="{D24C0CE8-08A2-D34F-90EF-4CA5903F0327}" dt="2023-03-09T20:01:40.571" v="3748" actId="1076"/>
          <ac:grpSpMkLst>
            <pc:docMk/>
            <pc:sldMasterMk cId="2620391710" sldId="2147483693"/>
            <ac:grpSpMk id="9" creationId="{261D3579-26CC-AEBC-9758-FB855BF8862D}"/>
          </ac:grpSpMkLst>
        </pc:grpChg>
        <pc:grpChg chg="add del mod">
          <ac:chgData name="Ruben Wiersma" userId="3594b430-535d-41be-b63f-97edd20b26ce" providerId="ADAL" clId="{D24C0CE8-08A2-D34F-90EF-4CA5903F0327}" dt="2023-03-03T12:43:07.235" v="3558" actId="478"/>
          <ac:grpSpMkLst>
            <pc:docMk/>
            <pc:sldMasterMk cId="2620391710" sldId="2147483693"/>
            <ac:grpSpMk id="10" creationId="{C4E23A0C-B1C5-773C-F0FD-A31659D502DC}"/>
          </ac:grpSpMkLst>
        </pc:grpChg>
        <pc:grpChg chg="add del mod">
          <ac:chgData name="Ruben Wiersma" userId="3594b430-535d-41be-b63f-97edd20b26ce" providerId="ADAL" clId="{D24C0CE8-08A2-D34F-90EF-4CA5903F0327}" dt="2023-03-02T16:14:54.190" v="3292" actId="478"/>
          <ac:grpSpMkLst>
            <pc:docMk/>
            <pc:sldMasterMk cId="2620391710" sldId="2147483693"/>
            <ac:grpSpMk id="10" creationId="{E29DEDDA-836C-EA0A-C76E-77C5E7D1177A}"/>
          </ac:grpSpMkLst>
        </pc:grpChg>
        <pc:grpChg chg="add del mod">
          <ac:chgData name="Ruben Wiersma" userId="3594b430-535d-41be-b63f-97edd20b26ce" providerId="ADAL" clId="{D24C0CE8-08A2-D34F-90EF-4CA5903F0327}" dt="2023-03-03T12:21:28.480" v="3335"/>
          <ac:grpSpMkLst>
            <pc:docMk/>
            <pc:sldMasterMk cId="2620391710" sldId="2147483693"/>
            <ac:grpSpMk id="10" creationId="{F4EFA152-DEF4-7DA3-9E1C-21774E3F68CC}"/>
          </ac:grpSpMkLst>
        </pc:grpChg>
        <pc:grpChg chg="add del mod">
          <ac:chgData name="Ruben Wiersma" userId="3594b430-535d-41be-b63f-97edd20b26ce" providerId="ADAL" clId="{D24C0CE8-08A2-D34F-90EF-4CA5903F0327}" dt="2023-03-02T09:05:47.423" v="2788" actId="478"/>
          <ac:grpSpMkLst>
            <pc:docMk/>
            <pc:sldMasterMk cId="2620391710" sldId="2147483693"/>
            <ac:grpSpMk id="12" creationId="{9AAEC225-6C46-EE76-7002-0ACBE520DB39}"/>
          </ac:grpSpMkLst>
        </pc:grpChg>
        <pc:grpChg chg="add del mod">
          <ac:chgData name="Ruben Wiersma" userId="3594b430-535d-41be-b63f-97edd20b26ce" providerId="ADAL" clId="{D24C0CE8-08A2-D34F-90EF-4CA5903F0327}" dt="2023-03-03T12:33:17.238" v="3454" actId="478"/>
          <ac:grpSpMkLst>
            <pc:docMk/>
            <pc:sldMasterMk cId="2620391710" sldId="2147483693"/>
            <ac:grpSpMk id="19" creationId="{34CEA110-22D6-8620-B1C8-48BCEBF5492C}"/>
          </ac:grpSpMkLst>
        </pc:grpChg>
        <pc:grpChg chg="add del mod">
          <ac:chgData name="Ruben Wiersma" userId="3594b430-535d-41be-b63f-97edd20b26ce" providerId="ADAL" clId="{D24C0CE8-08A2-D34F-90EF-4CA5903F0327}" dt="2023-03-02T09:08:46.436" v="2816" actId="478"/>
          <ac:grpSpMkLst>
            <pc:docMk/>
            <pc:sldMasterMk cId="2620391710" sldId="2147483693"/>
            <ac:grpSpMk id="21" creationId="{2F6B33BF-863E-B948-4B2F-AB094BAA7AEB}"/>
          </ac:grpSpMkLst>
        </pc:grpChg>
        <pc:grpChg chg="add del mod">
          <ac:chgData name="Ruben Wiersma" userId="3594b430-535d-41be-b63f-97edd20b26ce" providerId="ADAL" clId="{D24C0CE8-08A2-D34F-90EF-4CA5903F0327}" dt="2023-02-28T18:28:32.773" v="2764" actId="478"/>
          <ac:grpSpMkLst>
            <pc:docMk/>
            <pc:sldMasterMk cId="2620391710" sldId="2147483693"/>
            <ac:grpSpMk id="21" creationId="{37EA5F28-3E0D-5323-257B-2EA1789DD499}"/>
          </ac:grpSpMkLst>
        </pc:grpChg>
        <pc:grpChg chg="add del mod">
          <ac:chgData name="Ruben Wiersma" userId="3594b430-535d-41be-b63f-97edd20b26ce" providerId="ADAL" clId="{D24C0CE8-08A2-D34F-90EF-4CA5903F0327}" dt="2023-03-02T09:08:56.479" v="2819" actId="478"/>
          <ac:grpSpMkLst>
            <pc:docMk/>
            <pc:sldMasterMk cId="2620391710" sldId="2147483693"/>
            <ac:grpSpMk id="24" creationId="{652F18E7-C940-EEF6-52BA-88AB01FD0243}"/>
          </ac:grpSpMkLst>
        </pc:grpChg>
        <pc:grpChg chg="add del mod">
          <ac:chgData name="Ruben Wiersma" userId="3594b430-535d-41be-b63f-97edd20b26ce" providerId="ADAL" clId="{D24C0CE8-08A2-D34F-90EF-4CA5903F0327}" dt="2023-03-03T12:43:55.272" v="3571" actId="478"/>
          <ac:grpSpMkLst>
            <pc:docMk/>
            <pc:sldMasterMk cId="2620391710" sldId="2147483693"/>
            <ac:grpSpMk id="24" creationId="{A3F3BD4E-C6F1-B12B-61BA-6C6F42C24F5D}"/>
          </ac:grpSpMkLst>
        </pc:grpChg>
        <pc:grpChg chg="add del mod">
          <ac:chgData name="Ruben Wiersma" userId="3594b430-535d-41be-b63f-97edd20b26ce" providerId="ADAL" clId="{D24C0CE8-08A2-D34F-90EF-4CA5903F0327}" dt="2023-03-03T12:22:53.554" v="3374"/>
          <ac:grpSpMkLst>
            <pc:docMk/>
            <pc:sldMasterMk cId="2620391710" sldId="2147483693"/>
            <ac:grpSpMk id="24" creationId="{BAFD899F-E1C7-6ED6-B978-94D477A1DFA7}"/>
          </ac:grpSpMkLst>
        </pc:grpChg>
        <pc:grpChg chg="add del mod">
          <ac:chgData name="Ruben Wiersma" userId="3594b430-535d-41be-b63f-97edd20b26ce" providerId="ADAL" clId="{D24C0CE8-08A2-D34F-90EF-4CA5903F0327}" dt="2023-03-02T09:10:42.152" v="2840" actId="478"/>
          <ac:grpSpMkLst>
            <pc:docMk/>
            <pc:sldMasterMk cId="2620391710" sldId="2147483693"/>
            <ac:grpSpMk id="27" creationId="{411AD633-26CE-9587-EC30-4F0912A9D71A}"/>
          </ac:grpSpMkLst>
        </pc:grpChg>
        <pc:grpChg chg="add del mod">
          <ac:chgData name="Ruben Wiersma" userId="3594b430-535d-41be-b63f-97edd20b26ce" providerId="ADAL" clId="{D24C0CE8-08A2-D34F-90EF-4CA5903F0327}" dt="2023-03-03T12:25:23.426" v="3421"/>
          <ac:grpSpMkLst>
            <pc:docMk/>
            <pc:sldMasterMk cId="2620391710" sldId="2147483693"/>
            <ac:grpSpMk id="29" creationId="{384844C8-979D-B92E-DB2F-60D227DA6004}"/>
          </ac:grpSpMkLst>
        </pc:grpChg>
        <pc:grpChg chg="add del mod">
          <ac:chgData name="Ruben Wiersma" userId="3594b430-535d-41be-b63f-97edd20b26ce" providerId="ADAL" clId="{D24C0CE8-08A2-D34F-90EF-4CA5903F0327}" dt="2023-03-03T12:45:43.268" v="3582" actId="478"/>
          <ac:grpSpMkLst>
            <pc:docMk/>
            <pc:sldMasterMk cId="2620391710" sldId="2147483693"/>
            <ac:grpSpMk id="29" creationId="{8DE55297-6994-B321-3BAD-7571F9339718}"/>
          </ac:grpSpMkLst>
        </pc:grpChg>
        <pc:grpChg chg="del mod">
          <ac:chgData name="Ruben Wiersma" userId="3594b430-535d-41be-b63f-97edd20b26ce" providerId="ADAL" clId="{D24C0CE8-08A2-D34F-90EF-4CA5903F0327}" dt="2023-02-28T17:40:29.775" v="1546" actId="478"/>
          <ac:grpSpMkLst>
            <pc:docMk/>
            <pc:sldMasterMk cId="2620391710" sldId="2147483693"/>
            <ac:grpSpMk id="29" creationId="{FA34A43A-69D9-93E3-2F75-6A5A23AF31FE}"/>
          </ac:grpSpMkLst>
        </pc:grpChg>
        <pc:grpChg chg="add del mod">
          <ac:chgData name="Ruben Wiersma" userId="3594b430-535d-41be-b63f-97edd20b26ce" providerId="ADAL" clId="{D24C0CE8-08A2-D34F-90EF-4CA5903F0327}" dt="2023-03-02T09:11:32.848" v="2874" actId="478"/>
          <ac:grpSpMkLst>
            <pc:docMk/>
            <pc:sldMasterMk cId="2620391710" sldId="2147483693"/>
            <ac:grpSpMk id="30" creationId="{89F1D525-FF6C-1E92-9E57-49892495E062}"/>
          </ac:grpSpMkLst>
        </pc:grpChg>
        <pc:grpChg chg="add del mod">
          <ac:chgData name="Ruben Wiersma" userId="3594b430-535d-41be-b63f-97edd20b26ce" providerId="ADAL" clId="{D24C0CE8-08A2-D34F-90EF-4CA5903F0327}" dt="2023-03-02T09:12:29.777" v="2877" actId="478"/>
          <ac:grpSpMkLst>
            <pc:docMk/>
            <pc:sldMasterMk cId="2620391710" sldId="2147483693"/>
            <ac:grpSpMk id="33" creationId="{5196F2B2-4BFB-60BE-32BC-8E719DD96F13}"/>
          </ac:grpSpMkLst>
        </pc:grpChg>
        <pc:grpChg chg="add del mod">
          <ac:chgData name="Ruben Wiersma" userId="3594b430-535d-41be-b63f-97edd20b26ce" providerId="ADAL" clId="{D24C0CE8-08A2-D34F-90EF-4CA5903F0327}" dt="2023-03-03T12:47:47.056" v="3587" actId="478"/>
          <ac:grpSpMkLst>
            <pc:docMk/>
            <pc:sldMasterMk cId="2620391710" sldId="2147483693"/>
            <ac:grpSpMk id="34" creationId="{6F6B88FF-4A4A-D935-BAA6-335A03E34F76}"/>
          </ac:grpSpMkLst>
        </pc:grpChg>
        <pc:grpChg chg="add del mod">
          <ac:chgData name="Ruben Wiersma" userId="3594b430-535d-41be-b63f-97edd20b26ce" providerId="ADAL" clId="{D24C0CE8-08A2-D34F-90EF-4CA5903F0327}" dt="2023-03-02T09:14:09.090" v="2899" actId="478"/>
          <ac:grpSpMkLst>
            <pc:docMk/>
            <pc:sldMasterMk cId="2620391710" sldId="2147483693"/>
            <ac:grpSpMk id="36" creationId="{A6632B71-42CA-99A3-8AF0-9EF06C0EE60F}"/>
          </ac:grpSpMkLst>
        </pc:grpChg>
        <pc:grpChg chg="add del mod">
          <ac:chgData name="Ruben Wiersma" userId="3594b430-535d-41be-b63f-97edd20b26ce" providerId="ADAL" clId="{D24C0CE8-08A2-D34F-90EF-4CA5903F0327}" dt="2023-03-02T16:11:37.197" v="3255" actId="478"/>
          <ac:grpSpMkLst>
            <pc:docMk/>
            <pc:sldMasterMk cId="2620391710" sldId="2147483693"/>
            <ac:grpSpMk id="39" creationId="{38759F7D-1011-4DFF-CC88-1C4917199394}"/>
          </ac:grpSpMkLst>
        </pc:grpChg>
        <pc:grpChg chg="add del mod">
          <ac:chgData name="Ruben Wiersma" userId="3594b430-535d-41be-b63f-97edd20b26ce" providerId="ADAL" clId="{D24C0CE8-08A2-D34F-90EF-4CA5903F0327}" dt="2023-03-09T19:58:04.794" v="3741" actId="478"/>
          <ac:grpSpMkLst>
            <pc:docMk/>
            <pc:sldMasterMk cId="2620391710" sldId="2147483693"/>
            <ac:grpSpMk id="39" creationId="{A5AD0191-ACA6-3DE9-341D-5477ECD3B04B}"/>
          </ac:grpSpMkLst>
        </pc:grpChg>
        <pc:picChg chg="add del mod">
          <ac:chgData name="Ruben Wiersma" userId="3594b430-535d-41be-b63f-97edd20b26ce" providerId="ADAL" clId="{D24C0CE8-08A2-D34F-90EF-4CA5903F0327}" dt="2023-03-02T13:26:15.365" v="2911"/>
          <ac:picMkLst>
            <pc:docMk/>
            <pc:sldMasterMk cId="2620391710" sldId="2147483693"/>
            <ac:picMk id="2" creationId="{42344BAA-454B-C813-5FD6-CEC0F976F791}"/>
          </ac:picMkLst>
        </pc:picChg>
        <pc:picChg chg="add del mod">
          <ac:chgData name="Ruben Wiersma" userId="3594b430-535d-41be-b63f-97edd20b26ce" providerId="ADAL" clId="{D24C0CE8-08A2-D34F-90EF-4CA5903F0327}" dt="2023-02-28T17:28:54.701" v="911" actId="478"/>
          <ac:picMkLst>
            <pc:docMk/>
            <pc:sldMasterMk cId="2620391710" sldId="2147483693"/>
            <ac:picMk id="2" creationId="{B4FDC2F2-36DF-C9B5-8302-9B165C256733}"/>
          </ac:picMkLst>
        </pc:picChg>
        <pc:picChg chg="mod">
          <ac:chgData name="Ruben Wiersma" userId="3594b430-535d-41be-b63f-97edd20b26ce" providerId="ADAL" clId="{D24C0CE8-08A2-D34F-90EF-4CA5903F0327}" dt="2023-03-09T19:58:05.179" v="3742"/>
          <ac:picMkLst>
            <pc:docMk/>
            <pc:sldMasterMk cId="2620391710" sldId="2147483693"/>
            <ac:picMk id="8" creationId="{133D204F-24E2-4E4C-60FA-B3899A3EAF81}"/>
          </ac:picMkLst>
        </pc:picChg>
        <pc:picChg chg="mod">
          <ac:chgData name="Ruben Wiersma" userId="3594b430-535d-41be-b63f-97edd20b26ce" providerId="ADAL" clId="{D24C0CE8-08A2-D34F-90EF-4CA5903F0327}" dt="2023-03-02T16:11:37.416" v="3256"/>
          <ac:picMkLst>
            <pc:docMk/>
            <pc:sldMasterMk cId="2620391710" sldId="2147483693"/>
            <ac:picMk id="9" creationId="{089A36E5-BF68-FF00-28F8-72876CFC85B4}"/>
          </ac:picMkLst>
        </pc:picChg>
        <pc:picChg chg="mod">
          <ac:chgData name="Ruben Wiersma" userId="3594b430-535d-41be-b63f-97edd20b26ce" providerId="ADAL" clId="{D24C0CE8-08A2-D34F-90EF-4CA5903F0327}" dt="2023-03-03T12:21:01.002" v="3331"/>
          <ac:picMkLst>
            <pc:docMk/>
            <pc:sldMasterMk cId="2620391710" sldId="2147483693"/>
            <ac:picMk id="9" creationId="{C89605AD-FFA8-A297-DB3E-BFAAA135714E}"/>
          </ac:picMkLst>
        </pc:picChg>
        <pc:picChg chg="mod">
          <ac:chgData name="Ruben Wiersma" userId="3594b430-535d-41be-b63f-97edd20b26ce" providerId="ADAL" clId="{D24C0CE8-08A2-D34F-90EF-4CA5903F0327}" dt="2023-03-03T12:34:35.925" v="3462" actId="1076"/>
          <ac:picMkLst>
            <pc:docMk/>
            <pc:sldMasterMk cId="2620391710" sldId="2147483693"/>
            <ac:picMk id="9" creationId="{E13EDFC3-CFE0-AEBD-429D-053417C07A68}"/>
          </ac:picMkLst>
        </pc:picChg>
        <pc:picChg chg="mod">
          <ac:chgData name="Ruben Wiersma" userId="3594b430-535d-41be-b63f-97edd20b26ce" providerId="ADAL" clId="{D24C0CE8-08A2-D34F-90EF-4CA5903F0327}" dt="2023-02-28T18:28:33.053" v="2765"/>
          <ac:picMkLst>
            <pc:docMk/>
            <pc:sldMasterMk cId="2620391710" sldId="2147483693"/>
            <ac:picMk id="10" creationId="{3C8341FA-6A3C-502D-E1C9-A3115385954A}"/>
          </ac:picMkLst>
        </pc:picChg>
        <pc:picChg chg="mod">
          <ac:chgData name="Ruben Wiersma" userId="3594b430-535d-41be-b63f-97edd20b26ce" providerId="ADAL" clId="{D24C0CE8-08A2-D34F-90EF-4CA5903F0327}" dt="2023-02-28T17:40:29.992" v="1547"/>
          <ac:picMkLst>
            <pc:docMk/>
            <pc:sldMasterMk cId="2620391710" sldId="2147483693"/>
            <ac:picMk id="12" creationId="{AB3CBD42-2349-9388-F7C0-047357DA8C47}"/>
          </ac:picMkLst>
        </pc:picChg>
        <pc:picChg chg="mod">
          <ac:chgData name="Ruben Wiersma" userId="3594b430-535d-41be-b63f-97edd20b26ce" providerId="ADAL" clId="{D24C0CE8-08A2-D34F-90EF-4CA5903F0327}" dt="2023-03-09T20:01:38.210" v="3746" actId="1035"/>
          <ac:picMkLst>
            <pc:docMk/>
            <pc:sldMasterMk cId="2620391710" sldId="2147483693"/>
            <ac:picMk id="15" creationId="{DACFBEF6-40D0-06C7-7C3B-4D04FD900DD2}"/>
          </ac:picMkLst>
        </pc:picChg>
        <pc:picChg chg="mod">
          <ac:chgData name="Ruben Wiersma" userId="3594b430-535d-41be-b63f-97edd20b26ce" providerId="ADAL" clId="{D24C0CE8-08A2-D34F-90EF-4CA5903F0327}" dt="2023-03-02T16:13:53.610" v="3280"/>
          <ac:picMkLst>
            <pc:docMk/>
            <pc:sldMasterMk cId="2620391710" sldId="2147483693"/>
            <ac:picMk id="17" creationId="{561E9BCE-44D7-86FD-9EFD-67197D3BB577}"/>
          </ac:picMkLst>
        </pc:picChg>
        <pc:picChg chg="mod">
          <ac:chgData name="Ruben Wiersma" userId="3594b430-535d-41be-b63f-97edd20b26ce" providerId="ADAL" clId="{D24C0CE8-08A2-D34F-90EF-4CA5903F0327}" dt="2023-03-03T12:21:02.397" v="3334"/>
          <ac:picMkLst>
            <pc:docMk/>
            <pc:sldMasterMk cId="2620391710" sldId="2147483693"/>
            <ac:picMk id="17" creationId="{9183A23E-105A-E4C3-2335-002966DC3213}"/>
          </ac:picMkLst>
        </pc:picChg>
        <pc:picChg chg="mod">
          <ac:chgData name="Ruben Wiersma" userId="3594b430-535d-41be-b63f-97edd20b26ce" providerId="ADAL" clId="{D24C0CE8-08A2-D34F-90EF-4CA5903F0327}" dt="2023-03-03T12:36:26.909" v="3465"/>
          <ac:picMkLst>
            <pc:docMk/>
            <pc:sldMasterMk cId="2620391710" sldId="2147483693"/>
            <ac:picMk id="17" creationId="{F055BB74-76E5-7209-D615-73CE0A3ABDD3}"/>
          </ac:picMkLst>
        </pc:picChg>
        <pc:picChg chg="mod">
          <ac:chgData name="Ruben Wiersma" userId="3594b430-535d-41be-b63f-97edd20b26ce" providerId="ADAL" clId="{D24C0CE8-08A2-D34F-90EF-4CA5903F0327}" dt="2023-02-28T17:28:52.903" v="910" actId="14100"/>
          <ac:picMkLst>
            <pc:docMk/>
            <pc:sldMasterMk cId="2620391710" sldId="2147483693"/>
            <ac:picMk id="18" creationId="{2FAA94BF-A1D1-B10E-3E66-340E85CB7849}"/>
          </ac:picMkLst>
        </pc:picChg>
        <pc:picChg chg="mod">
          <ac:chgData name="Ruben Wiersma" userId="3594b430-535d-41be-b63f-97edd20b26ce" providerId="ADAL" clId="{D24C0CE8-08A2-D34F-90EF-4CA5903F0327}" dt="2023-03-02T09:03:11.408" v="2772"/>
          <ac:picMkLst>
            <pc:docMk/>
            <pc:sldMasterMk cId="2620391710" sldId="2147483693"/>
            <ac:picMk id="20" creationId="{92CB400F-E8FD-A554-59BD-4521C952AF7C}"/>
          </ac:picMkLst>
        </pc:picChg>
        <pc:picChg chg="mod">
          <ac:chgData name="Ruben Wiersma" userId="3594b430-535d-41be-b63f-97edd20b26ce" providerId="ADAL" clId="{D24C0CE8-08A2-D34F-90EF-4CA5903F0327}" dt="2023-02-28T18:18:54.363" v="2510"/>
          <ac:picMkLst>
            <pc:docMk/>
            <pc:sldMasterMk cId="2620391710" sldId="2147483693"/>
            <ac:picMk id="20" creationId="{FBB14BCF-5570-531E-0635-6BB79456E9AF}"/>
          </ac:picMkLst>
        </pc:picChg>
        <pc:picChg chg="mod">
          <ac:chgData name="Ruben Wiersma" userId="3594b430-535d-41be-b63f-97edd20b26ce" providerId="ADAL" clId="{D24C0CE8-08A2-D34F-90EF-4CA5903F0327}" dt="2023-03-02T09:05:47.731" v="2789"/>
          <ac:picMkLst>
            <pc:docMk/>
            <pc:sldMasterMk cId="2620391710" sldId="2147483693"/>
            <ac:picMk id="23" creationId="{7072A9D9-C72C-EAAE-5A99-C98B0A01E229}"/>
          </ac:picMkLst>
        </pc:picChg>
        <pc:picChg chg="mod">
          <ac:chgData name="Ruben Wiersma" userId="3594b430-535d-41be-b63f-97edd20b26ce" providerId="ADAL" clId="{D24C0CE8-08A2-D34F-90EF-4CA5903F0327}" dt="2023-03-02T16:14:54.384" v="3293"/>
          <ac:picMkLst>
            <pc:docMk/>
            <pc:sldMasterMk cId="2620391710" sldId="2147483693"/>
            <ac:picMk id="23" creationId="{A9E8A017-FC41-86DD-E8D5-09C91D794DE2}"/>
          </ac:picMkLst>
        </pc:picChg>
        <pc:picChg chg="mod">
          <ac:chgData name="Ruben Wiersma" userId="3594b430-535d-41be-b63f-97edd20b26ce" providerId="ADAL" clId="{D24C0CE8-08A2-D34F-90EF-4CA5903F0327}" dt="2023-03-02T09:08:46.705" v="2817"/>
          <ac:picMkLst>
            <pc:docMk/>
            <pc:sldMasterMk cId="2620391710" sldId="2147483693"/>
            <ac:picMk id="26" creationId="{399ADCE9-430E-AB75-432B-DB4DDCD7BE5E}"/>
          </ac:picMkLst>
        </pc:picChg>
        <pc:picChg chg="mod">
          <ac:chgData name="Ruben Wiersma" userId="3594b430-535d-41be-b63f-97edd20b26ce" providerId="ADAL" clId="{D24C0CE8-08A2-D34F-90EF-4CA5903F0327}" dt="2023-02-28T18:19:31.908" v="2517"/>
          <ac:picMkLst>
            <pc:docMk/>
            <pc:sldMasterMk cId="2620391710" sldId="2147483693"/>
            <ac:picMk id="26" creationId="{54F18DEE-18FD-B319-E599-34C4D93DDB9F}"/>
          </ac:picMkLst>
        </pc:picChg>
        <pc:picChg chg="mod">
          <ac:chgData name="Ruben Wiersma" userId="3594b430-535d-41be-b63f-97edd20b26ce" providerId="ADAL" clId="{D24C0CE8-08A2-D34F-90EF-4CA5903F0327}" dt="2023-03-03T12:43:34.429" v="3562" actId="1076"/>
          <ac:picMkLst>
            <pc:docMk/>
            <pc:sldMasterMk cId="2620391710" sldId="2147483693"/>
            <ac:picMk id="28" creationId="{10A8992F-3331-779F-7C6A-EB83C0808F15}"/>
          </ac:picMkLst>
        </pc:picChg>
        <pc:picChg chg="mod">
          <ac:chgData name="Ruben Wiersma" userId="3594b430-535d-41be-b63f-97edd20b26ce" providerId="ADAL" clId="{D24C0CE8-08A2-D34F-90EF-4CA5903F0327}" dt="2023-03-03T12:22:50.754" v="3373"/>
          <ac:picMkLst>
            <pc:docMk/>
            <pc:sldMasterMk cId="2620391710" sldId="2147483693"/>
            <ac:picMk id="28" creationId="{F1153BFB-61DE-C1BB-BF1B-826E29D5AE08}"/>
          </ac:picMkLst>
        </pc:picChg>
        <pc:picChg chg="mod">
          <ac:chgData name="Ruben Wiersma" userId="3594b430-535d-41be-b63f-97edd20b26ce" providerId="ADAL" clId="{D24C0CE8-08A2-D34F-90EF-4CA5903F0327}" dt="2023-03-02T09:08:56.694" v="2820"/>
          <ac:picMkLst>
            <pc:docMk/>
            <pc:sldMasterMk cId="2620391710" sldId="2147483693"/>
            <ac:picMk id="29" creationId="{7F28E378-56B8-C122-1F83-1E73AA5E8CC1}"/>
          </ac:picMkLst>
        </pc:picChg>
        <pc:picChg chg="mod">
          <ac:chgData name="Ruben Wiersma" userId="3594b430-535d-41be-b63f-97edd20b26ce" providerId="ADAL" clId="{D24C0CE8-08A2-D34F-90EF-4CA5903F0327}" dt="2023-03-02T09:10:42.365" v="2841"/>
          <ac:picMkLst>
            <pc:docMk/>
            <pc:sldMasterMk cId="2620391710" sldId="2147483693"/>
            <ac:picMk id="32" creationId="{6CE36BAC-2F27-F82C-C91B-4C64BD98486F}"/>
          </ac:picMkLst>
        </pc:picChg>
        <pc:picChg chg="mod">
          <ac:chgData name="Ruben Wiersma" userId="3594b430-535d-41be-b63f-97edd20b26ce" providerId="ADAL" clId="{D24C0CE8-08A2-D34F-90EF-4CA5903F0327}" dt="2023-03-03T12:24:57.348" v="3420"/>
          <ac:picMkLst>
            <pc:docMk/>
            <pc:sldMasterMk cId="2620391710" sldId="2147483693"/>
            <ac:picMk id="33" creationId="{0A25F0E0-7064-9197-6019-E42D4B8EFEB4}"/>
          </ac:picMkLst>
        </pc:picChg>
        <pc:picChg chg="mod">
          <ac:chgData name="Ruben Wiersma" userId="3594b430-535d-41be-b63f-97edd20b26ce" providerId="ADAL" clId="{D24C0CE8-08A2-D34F-90EF-4CA5903F0327}" dt="2023-03-03T12:43:55.496" v="3572"/>
          <ac:picMkLst>
            <pc:docMk/>
            <pc:sldMasterMk cId="2620391710" sldId="2147483693"/>
            <ac:picMk id="33" creationId="{91ABB93A-D067-AE96-860D-8F88A0325CFF}"/>
          </ac:picMkLst>
        </pc:picChg>
        <pc:picChg chg="mod">
          <ac:chgData name="Ruben Wiersma" userId="3594b430-535d-41be-b63f-97edd20b26ce" providerId="ADAL" clId="{D24C0CE8-08A2-D34F-90EF-4CA5903F0327}" dt="2023-03-02T09:11:33.041" v="2875"/>
          <ac:picMkLst>
            <pc:docMk/>
            <pc:sldMasterMk cId="2620391710" sldId="2147483693"/>
            <ac:picMk id="35" creationId="{63DEAB8F-0C71-5791-C726-4DB4008AB948}"/>
          </ac:picMkLst>
        </pc:picChg>
        <pc:picChg chg="mod">
          <ac:chgData name="Ruben Wiersma" userId="3594b430-535d-41be-b63f-97edd20b26ce" providerId="ADAL" clId="{D24C0CE8-08A2-D34F-90EF-4CA5903F0327}" dt="2023-03-03T12:45:43.525" v="3583"/>
          <ac:picMkLst>
            <pc:docMk/>
            <pc:sldMasterMk cId="2620391710" sldId="2147483693"/>
            <ac:picMk id="38" creationId="{C59C267E-0088-643C-496B-936BA15B6C8D}"/>
          </ac:picMkLst>
        </pc:picChg>
        <pc:picChg chg="mod">
          <ac:chgData name="Ruben Wiersma" userId="3594b430-535d-41be-b63f-97edd20b26ce" providerId="ADAL" clId="{D24C0CE8-08A2-D34F-90EF-4CA5903F0327}" dt="2023-03-02T09:12:30.052" v="2878"/>
          <ac:picMkLst>
            <pc:docMk/>
            <pc:sldMasterMk cId="2620391710" sldId="2147483693"/>
            <ac:picMk id="38" creationId="{C9FAE3C9-ECA3-0ABB-3957-DFAD6834DDE5}"/>
          </ac:picMkLst>
        </pc:picChg>
        <pc:picChg chg="add del mod topLvl">
          <ac:chgData name="Ruben Wiersma" userId="3594b430-535d-41be-b63f-97edd20b26ce" providerId="ADAL" clId="{D24C0CE8-08A2-D34F-90EF-4CA5903F0327}" dt="2023-03-02T13:26:23.934" v="2913" actId="14826"/>
          <ac:picMkLst>
            <pc:docMk/>
            <pc:sldMasterMk cId="2620391710" sldId="2147483693"/>
            <ac:picMk id="41" creationId="{40F12DA9-831B-0173-AF39-B5AAE4FBC5F9}"/>
          </ac:picMkLst>
        </pc:picChg>
        <pc:picChg chg="mod">
          <ac:chgData name="Ruben Wiersma" userId="3594b430-535d-41be-b63f-97edd20b26ce" providerId="ADAL" clId="{D24C0CE8-08A2-D34F-90EF-4CA5903F0327}" dt="2023-03-03T12:49:56.161" v="3602" actId="1035"/>
          <ac:picMkLst>
            <pc:docMk/>
            <pc:sldMasterMk cId="2620391710" sldId="2147483693"/>
            <ac:picMk id="43" creationId="{B0676566-D905-A718-9D17-7EA68DEFFADA}"/>
          </ac:picMkLst>
        </pc:picChg>
        <pc:cxnChg chg="mod">
          <ac:chgData name="Ruben Wiersma" userId="3594b430-535d-41be-b63f-97edd20b26ce" providerId="ADAL" clId="{D24C0CE8-08A2-D34F-90EF-4CA5903F0327}" dt="2023-02-28T17:27:56.743" v="872" actId="208"/>
          <ac:cxnSpMkLst>
            <pc:docMk/>
            <pc:sldMasterMk cId="2620391710" sldId="2147483693"/>
            <ac:cxnSpMk id="13" creationId="{9E416190-7408-203E-775E-5ECBBB5A60F2}"/>
          </ac:cxnSpMkLst>
        </pc:cxnChg>
        <pc:sldLayoutChg chg="addSp delSp modSp">
          <pc:chgData name="Ruben Wiersma" userId="3594b430-535d-41be-b63f-97edd20b26ce" providerId="ADAL" clId="{D24C0CE8-08A2-D34F-90EF-4CA5903F0327}" dt="2023-02-28T17:29:11.191" v="916" actId="207"/>
          <pc:sldLayoutMkLst>
            <pc:docMk/>
            <pc:sldMasterMk cId="2620391710" sldId="2147483693"/>
            <pc:sldLayoutMk cId="1340041" sldId="2147483694"/>
          </pc:sldLayoutMkLst>
          <pc:spChg chg="add del mod">
            <ac:chgData name="Ruben Wiersma" userId="3594b430-535d-41be-b63f-97edd20b26ce" providerId="ADAL" clId="{D24C0CE8-08A2-D34F-90EF-4CA5903F0327}" dt="2023-02-28T17:29:06.338" v="914"/>
            <ac:spMkLst>
              <pc:docMk/>
              <pc:sldMasterMk cId="2620391710" sldId="2147483693"/>
              <pc:sldLayoutMk cId="1340041" sldId="2147483694"/>
              <ac:spMk id="6" creationId="{B0FBB6F3-B569-C0E8-3116-F2DD56745C07}"/>
            </ac:spMkLst>
          </pc:spChg>
          <pc:spChg chg="add del mod">
            <ac:chgData name="Ruben Wiersma" userId="3594b430-535d-41be-b63f-97edd20b26ce" providerId="ADAL" clId="{D24C0CE8-08A2-D34F-90EF-4CA5903F0327}" dt="2023-02-28T17:29:11.191" v="916" actId="207"/>
            <ac:spMkLst>
              <pc:docMk/>
              <pc:sldMasterMk cId="2620391710" sldId="2147483693"/>
              <pc:sldLayoutMk cId="1340041" sldId="2147483694"/>
              <ac:spMk id="7" creationId="{348104FC-B4D1-86CD-0C6B-C9C9EB1B3D8E}"/>
            </ac:spMkLst>
          </pc:spChg>
          <pc:spChg chg="mod">
            <ac:chgData name="Ruben Wiersma" userId="3594b430-535d-41be-b63f-97edd20b26ce" providerId="ADAL" clId="{D24C0CE8-08A2-D34F-90EF-4CA5903F0327}" dt="2023-02-28T17:29:11.191" v="916" actId="207"/>
            <ac:spMkLst>
              <pc:docMk/>
              <pc:sldMasterMk cId="2620391710" sldId="2147483693"/>
              <pc:sldLayoutMk cId="1340041" sldId="2147483694"/>
              <ac:spMk id="8" creationId="{0D2B7CE0-CFE9-58F9-D9F4-955B2A4F6CDC}"/>
            </ac:spMkLst>
          </pc:spChg>
        </pc:sldLayoutChg>
        <pc:sldLayoutChg chg="addSp delSp modSp mod">
          <pc:chgData name="Ruben Wiersma" userId="3594b430-535d-41be-b63f-97edd20b26ce" providerId="ADAL" clId="{D24C0CE8-08A2-D34F-90EF-4CA5903F0327}" dt="2023-02-28T17:41:46.770" v="1557" actId="6014"/>
          <pc:sldLayoutMkLst>
            <pc:docMk/>
            <pc:sldMasterMk cId="2620391710" sldId="2147483693"/>
            <pc:sldLayoutMk cId="661249256" sldId="2147483695"/>
          </pc:sldLayoutMkLst>
          <pc:spChg chg="add del mod">
            <ac:chgData name="Ruben Wiersma" userId="3594b430-535d-41be-b63f-97edd20b26ce" providerId="ADAL" clId="{D24C0CE8-08A2-D34F-90EF-4CA5903F0327}" dt="2023-02-28T17:37:01.014" v="1349"/>
            <ac:spMkLst>
              <pc:docMk/>
              <pc:sldMasterMk cId="2620391710" sldId="2147483693"/>
              <pc:sldLayoutMk cId="661249256" sldId="2147483695"/>
              <ac:spMk id="5" creationId="{F4ECC9CB-663B-CE6C-5FDD-3C7BC6B43756}"/>
            </ac:spMkLst>
          </pc:spChg>
          <pc:spChg chg="add del mod">
            <ac:chgData name="Ruben Wiersma" userId="3594b430-535d-41be-b63f-97edd20b26ce" providerId="ADAL" clId="{D24C0CE8-08A2-D34F-90EF-4CA5903F0327}" dt="2023-02-28T17:37:01.014" v="1349"/>
            <ac:spMkLst>
              <pc:docMk/>
              <pc:sldMasterMk cId="2620391710" sldId="2147483693"/>
              <pc:sldLayoutMk cId="661249256" sldId="2147483695"/>
              <ac:spMk id="8" creationId="{6A2D2E27-AFB9-8096-0C91-4FF002B814B2}"/>
            </ac:spMkLst>
          </pc:spChg>
          <pc:picChg chg="add del mod">
            <ac:chgData name="Ruben Wiersma" userId="3594b430-535d-41be-b63f-97edd20b26ce" providerId="ADAL" clId="{D24C0CE8-08A2-D34F-90EF-4CA5903F0327}" dt="2023-02-28T17:37:01.014" v="1349"/>
            <ac:picMkLst>
              <pc:docMk/>
              <pc:sldMasterMk cId="2620391710" sldId="2147483693"/>
              <pc:sldLayoutMk cId="661249256" sldId="2147483695"/>
              <ac:picMk id="2" creationId="{B4C6B202-4A50-3CDF-915F-8C0BA70AAA1E}"/>
            </ac:picMkLst>
          </pc:picChg>
          <pc:cxnChg chg="add del mod">
            <ac:chgData name="Ruben Wiersma" userId="3594b430-535d-41be-b63f-97edd20b26ce" providerId="ADAL" clId="{D24C0CE8-08A2-D34F-90EF-4CA5903F0327}" dt="2023-02-28T17:37:01.014" v="1349"/>
            <ac:cxnSpMkLst>
              <pc:docMk/>
              <pc:sldMasterMk cId="2620391710" sldId="2147483693"/>
              <pc:sldLayoutMk cId="661249256" sldId="2147483695"/>
              <ac:cxnSpMk id="9" creationId="{98891FC1-3B6F-EAAD-1626-55C972D3B0B1}"/>
            </ac:cxnSpMkLst>
          </pc:cxnChg>
        </pc:sldLayoutChg>
        <pc:sldLayoutChg chg="addSp delSp modSp mod setBg">
          <pc:chgData name="Ruben Wiersma" userId="3594b430-535d-41be-b63f-97edd20b26ce" providerId="ADAL" clId="{D24C0CE8-08A2-D34F-90EF-4CA5903F0327}" dt="2023-02-28T18:22:30.930" v="2538" actId="1076"/>
          <pc:sldLayoutMkLst>
            <pc:docMk/>
            <pc:sldMasterMk cId="2620391710" sldId="2147483693"/>
            <pc:sldLayoutMk cId="783146578" sldId="2147483696"/>
          </pc:sldLayoutMkLst>
          <pc:spChg chg="del">
            <ac:chgData name="Ruben Wiersma" userId="3594b430-535d-41be-b63f-97edd20b26ce" providerId="ADAL" clId="{D24C0CE8-08A2-D34F-90EF-4CA5903F0327}" dt="2023-02-28T18:20:37.649" v="2529" actId="478"/>
            <ac:spMkLst>
              <pc:docMk/>
              <pc:sldMasterMk cId="2620391710" sldId="2147483693"/>
              <pc:sldLayoutMk cId="783146578" sldId="2147483696"/>
              <ac:spMk id="2" creationId="{DE109B8C-9C29-B540-4A09-6D82B40032AA}"/>
            </ac:spMkLst>
          </pc:spChg>
          <pc:spChg chg="del">
            <ac:chgData name="Ruben Wiersma" userId="3594b430-535d-41be-b63f-97edd20b26ce" providerId="ADAL" clId="{D24C0CE8-08A2-D34F-90EF-4CA5903F0327}" dt="2023-02-28T18:20:37.649" v="2529" actId="478"/>
            <ac:spMkLst>
              <pc:docMk/>
              <pc:sldMasterMk cId="2620391710" sldId="2147483693"/>
              <pc:sldLayoutMk cId="783146578" sldId="2147483696"/>
              <ac:spMk id="3" creationId="{512857C7-FE0A-41D5-9CDD-28D00B4E99D3}"/>
            </ac:spMkLst>
          </pc:spChg>
          <pc:spChg chg="add mod">
            <ac:chgData name="Ruben Wiersma" userId="3594b430-535d-41be-b63f-97edd20b26ce" providerId="ADAL" clId="{D24C0CE8-08A2-D34F-90EF-4CA5903F0327}" dt="2023-02-28T18:20:41.308" v="2531" actId="207"/>
            <ac:spMkLst>
              <pc:docMk/>
              <pc:sldMasterMk cId="2620391710" sldId="2147483693"/>
              <pc:sldLayoutMk cId="783146578" sldId="2147483696"/>
              <ac:spMk id="5" creationId="{29998817-DBC8-CED3-449F-A3D4A6301423}"/>
            </ac:spMkLst>
          </pc:spChg>
          <pc:spChg chg="add mod">
            <ac:chgData name="Ruben Wiersma" userId="3594b430-535d-41be-b63f-97edd20b26ce" providerId="ADAL" clId="{D24C0CE8-08A2-D34F-90EF-4CA5903F0327}" dt="2023-02-28T18:22:30.930" v="2538" actId="1076"/>
            <ac:spMkLst>
              <pc:docMk/>
              <pc:sldMasterMk cId="2620391710" sldId="2147483693"/>
              <pc:sldLayoutMk cId="783146578" sldId="2147483696"/>
              <ac:spMk id="7" creationId="{A0754980-BE98-5773-8D90-AFFBC3B2B531}"/>
            </ac:spMkLst>
          </pc:spChg>
        </pc:sldLayoutChg>
        <pc:sldLayoutChg chg="del">
          <pc:chgData name="Ruben Wiersma" userId="3594b430-535d-41be-b63f-97edd20b26ce" providerId="ADAL" clId="{D24C0CE8-08A2-D34F-90EF-4CA5903F0327}" dt="2023-02-28T17:41:50.637" v="1558" actId="2696"/>
          <pc:sldLayoutMkLst>
            <pc:docMk/>
            <pc:sldMasterMk cId="2620391710" sldId="2147483693"/>
            <pc:sldLayoutMk cId="4252695082" sldId="2147483697"/>
          </pc:sldLayoutMkLst>
        </pc:sldLayoutChg>
        <pc:sldLayoutChg chg="del">
          <pc:chgData name="Ruben Wiersma" userId="3594b430-535d-41be-b63f-97edd20b26ce" providerId="ADAL" clId="{D24C0CE8-08A2-D34F-90EF-4CA5903F0327}" dt="2023-02-28T17:41:51.206" v="1559" actId="2696"/>
          <pc:sldLayoutMkLst>
            <pc:docMk/>
            <pc:sldMasterMk cId="2620391710" sldId="2147483693"/>
            <pc:sldLayoutMk cId="3473150417" sldId="2147483698"/>
          </pc:sldLayoutMkLst>
        </pc:sldLayoutChg>
        <pc:sldLayoutChg chg="mod">
          <pc:chgData name="Ruben Wiersma" userId="3594b430-535d-41be-b63f-97edd20b26ce" providerId="ADAL" clId="{D24C0CE8-08A2-D34F-90EF-4CA5903F0327}" dt="2023-02-28T17:41:57.299" v="1560" actId="6014"/>
          <pc:sldLayoutMkLst>
            <pc:docMk/>
            <pc:sldMasterMk cId="2620391710" sldId="2147483693"/>
            <pc:sldLayoutMk cId="634589780" sldId="2147483699"/>
          </pc:sldLayoutMkLst>
        </pc:sldLayoutChg>
        <pc:sldLayoutChg chg="mod">
          <pc:chgData name="Ruben Wiersma" userId="3594b430-535d-41be-b63f-97edd20b26ce" providerId="ADAL" clId="{D24C0CE8-08A2-D34F-90EF-4CA5903F0327}" dt="2023-02-28T17:42:06.818" v="1561" actId="6014"/>
          <pc:sldLayoutMkLst>
            <pc:docMk/>
            <pc:sldMasterMk cId="2620391710" sldId="2147483693"/>
            <pc:sldLayoutMk cId="383132091" sldId="2147483700"/>
          </pc:sldLayoutMkLst>
        </pc:sldLayoutChg>
        <pc:sldLayoutChg chg="modSp mod">
          <pc:chgData name="Ruben Wiersma" userId="3594b430-535d-41be-b63f-97edd20b26ce" providerId="ADAL" clId="{D24C0CE8-08A2-D34F-90EF-4CA5903F0327}" dt="2023-02-28T18:21:21.635" v="2532" actId="1076"/>
          <pc:sldLayoutMkLst>
            <pc:docMk/>
            <pc:sldMasterMk cId="2620391710" sldId="2147483693"/>
            <pc:sldLayoutMk cId="2751638617" sldId="2147483701"/>
          </pc:sldLayoutMkLst>
          <pc:spChg chg="mod">
            <ac:chgData name="Ruben Wiersma" userId="3594b430-535d-41be-b63f-97edd20b26ce" providerId="ADAL" clId="{D24C0CE8-08A2-D34F-90EF-4CA5903F0327}" dt="2023-02-28T18:21:21.635" v="2532" actId="1076"/>
            <ac:spMkLst>
              <pc:docMk/>
              <pc:sldMasterMk cId="2620391710" sldId="2147483693"/>
              <pc:sldLayoutMk cId="2751638617" sldId="2147483701"/>
              <ac:spMk id="2" creationId="{D0FF3B85-4207-5606-A5A0-A0F2D2DBFDE2}"/>
            </ac:spMkLst>
          </pc:spChg>
        </pc:sldLayoutChg>
      </pc:sldMasterChg>
    </pc:docChg>
  </pc:docChgLst>
  <pc:docChgLst>
    <pc:chgData name="Benno Buschmann" userId="S::bbuschmann@tudelft.nl::15ec644c-371d-406c-8efd-69bbbcdc9c93" providerId="AD" clId="Web-{94BA0C7C-8101-4621-ADD6-1339B221D4BB}"/>
    <pc:docChg chg="modSld">
      <pc:chgData name="Benno Buschmann" userId="S::bbuschmann@tudelft.nl::15ec644c-371d-406c-8efd-69bbbcdc9c93" providerId="AD" clId="Web-{94BA0C7C-8101-4621-ADD6-1339B221D4BB}" dt="2023-09-04T14:20:18.495" v="24" actId="20577"/>
      <pc:docMkLst>
        <pc:docMk/>
      </pc:docMkLst>
      <pc:sldChg chg="modSp">
        <pc:chgData name="Benno Buschmann" userId="S::bbuschmann@tudelft.nl::15ec644c-371d-406c-8efd-69bbbcdc9c93" providerId="AD" clId="Web-{94BA0C7C-8101-4621-ADD6-1339B221D4BB}" dt="2023-09-04T14:20:18.495" v="24" actId="20577"/>
        <pc:sldMkLst>
          <pc:docMk/>
          <pc:sldMk cId="1294824869" sldId="256"/>
        </pc:sldMkLst>
        <pc:spChg chg="mod">
          <ac:chgData name="Benno Buschmann" userId="S::bbuschmann@tudelft.nl::15ec644c-371d-406c-8efd-69bbbcdc9c93" providerId="AD" clId="Web-{94BA0C7C-8101-4621-ADD6-1339B221D4BB}" dt="2023-09-04T14:19:47.916" v="20" actId="20577"/>
          <ac:spMkLst>
            <pc:docMk/>
            <pc:sldMk cId="1294824869" sldId="256"/>
            <ac:spMk id="7" creationId="{82F02001-B4CC-AC88-1D68-3870CEB9B0EA}"/>
          </ac:spMkLst>
        </pc:spChg>
        <pc:spChg chg="mod">
          <ac:chgData name="Benno Buschmann" userId="S::bbuschmann@tudelft.nl::15ec644c-371d-406c-8efd-69bbbcdc9c93" providerId="AD" clId="Web-{94BA0C7C-8101-4621-ADD6-1339B221D4BB}" dt="2023-09-04T14:20:18.495" v="24" actId="20577"/>
          <ac:spMkLst>
            <pc:docMk/>
            <pc:sldMk cId="1294824869" sldId="256"/>
            <ac:spMk id="9" creationId="{B27B0A80-C31A-9DD4-2170-2F7C6ACD30A5}"/>
          </ac:spMkLst>
        </pc:spChg>
      </pc:sldChg>
    </pc:docChg>
  </pc:docChgLst>
  <pc:docChgLst>
    <pc:chgData name="Elmar Eisemann" userId="S::eeisemann@tudelft.nl::756bf458-576a-40d2-ab1b-675afaeffc2f" providerId="AD" clId="Web-{79A4A25B-DAC4-C16D-77E6-CD786990BA3B}"/>
    <pc:docChg chg="addSld delSld modSld">
      <pc:chgData name="Elmar Eisemann" userId="S::eeisemann@tudelft.nl::756bf458-576a-40d2-ab1b-675afaeffc2f" providerId="AD" clId="Web-{79A4A25B-DAC4-C16D-77E6-CD786990BA3B}" dt="2023-02-28T15:50:36.267" v="282"/>
      <pc:docMkLst>
        <pc:docMk/>
      </pc:docMkLst>
      <pc:sldChg chg="addSp delSp modSp">
        <pc:chgData name="Elmar Eisemann" userId="S::eeisemann@tudelft.nl::756bf458-576a-40d2-ab1b-675afaeffc2f" providerId="AD" clId="Web-{79A4A25B-DAC4-C16D-77E6-CD786990BA3B}" dt="2023-02-28T15:50:36.001" v="281" actId="1076"/>
        <pc:sldMkLst>
          <pc:docMk/>
          <pc:sldMk cId="1323832573" sldId="288"/>
        </pc:sldMkLst>
        <pc:spChg chg="add del mod">
          <ac:chgData name="Elmar Eisemann" userId="S::eeisemann@tudelft.nl::756bf458-576a-40d2-ab1b-675afaeffc2f" providerId="AD" clId="Web-{79A4A25B-DAC4-C16D-77E6-CD786990BA3B}" dt="2023-02-28T15:35:45.688" v="9"/>
          <ac:spMkLst>
            <pc:docMk/>
            <pc:sldMk cId="1323832573" sldId="288"/>
            <ac:spMk id="6" creationId="{37BAC518-35BE-026C-B024-790432DBDC8C}"/>
          </ac:spMkLst>
        </pc:spChg>
        <pc:spChg chg="add del mod">
          <ac:chgData name="Elmar Eisemann" userId="S::eeisemann@tudelft.nl::756bf458-576a-40d2-ab1b-675afaeffc2f" providerId="AD" clId="Web-{79A4A25B-DAC4-C16D-77E6-CD786990BA3B}" dt="2023-02-28T15:38:19.366" v="18"/>
          <ac:spMkLst>
            <pc:docMk/>
            <pc:sldMk cId="1323832573" sldId="288"/>
            <ac:spMk id="8" creationId="{2CF10D1A-A194-3218-DCA6-15C362E9F243}"/>
          </ac:spMkLst>
        </pc:spChg>
        <pc:spChg chg="add del">
          <ac:chgData name="Elmar Eisemann" userId="S::eeisemann@tudelft.nl::756bf458-576a-40d2-ab1b-675afaeffc2f" providerId="AD" clId="Web-{79A4A25B-DAC4-C16D-77E6-CD786990BA3B}" dt="2023-02-28T15:40:08.495" v="35"/>
          <ac:spMkLst>
            <pc:docMk/>
            <pc:sldMk cId="1323832573" sldId="288"/>
            <ac:spMk id="10" creationId="{F48C6F19-B716-2F72-A838-C7136C8133F7}"/>
          </ac:spMkLst>
        </pc:spChg>
        <pc:spChg chg="add del mod">
          <ac:chgData name="Elmar Eisemann" userId="S::eeisemann@tudelft.nl::756bf458-576a-40d2-ab1b-675afaeffc2f" providerId="AD" clId="Web-{79A4A25B-DAC4-C16D-77E6-CD786990BA3B}" dt="2023-02-28T15:40:52.980" v="41"/>
          <ac:spMkLst>
            <pc:docMk/>
            <pc:sldMk cId="1323832573" sldId="288"/>
            <ac:spMk id="11" creationId="{09116F1C-71CB-56F0-ADFA-0A53C3B5D36A}"/>
          </ac:spMkLst>
        </pc:spChg>
        <pc:spChg chg="add mod">
          <ac:chgData name="Elmar Eisemann" userId="S::eeisemann@tudelft.nl::756bf458-576a-40d2-ab1b-675afaeffc2f" providerId="AD" clId="Web-{79A4A25B-DAC4-C16D-77E6-CD786990BA3B}" dt="2023-02-28T15:43:43.549" v="48" actId="14100"/>
          <ac:spMkLst>
            <pc:docMk/>
            <pc:sldMk cId="1323832573" sldId="288"/>
            <ac:spMk id="12" creationId="{F899EA7A-8844-38C0-84EE-B4F58946D268}"/>
          </ac:spMkLst>
        </pc:spChg>
        <pc:spChg chg="add mod">
          <ac:chgData name="Elmar Eisemann" userId="S::eeisemann@tudelft.nl::756bf458-576a-40d2-ab1b-675afaeffc2f" providerId="AD" clId="Web-{79A4A25B-DAC4-C16D-77E6-CD786990BA3B}" dt="2023-02-28T15:44:48.942" v="62" actId="1076"/>
          <ac:spMkLst>
            <pc:docMk/>
            <pc:sldMk cId="1323832573" sldId="288"/>
            <ac:spMk id="13" creationId="{C31F929E-B2B2-01E5-078A-F44CA53F104F}"/>
          </ac:spMkLst>
        </pc:spChg>
        <pc:spChg chg="add mod">
          <ac:chgData name="Elmar Eisemann" userId="S::eeisemann@tudelft.nl::756bf458-576a-40d2-ab1b-675afaeffc2f" providerId="AD" clId="Web-{79A4A25B-DAC4-C16D-77E6-CD786990BA3B}" dt="2023-02-28T15:44:37.660" v="61" actId="14100"/>
          <ac:spMkLst>
            <pc:docMk/>
            <pc:sldMk cId="1323832573" sldId="288"/>
            <ac:spMk id="15" creationId="{0A38A243-A00E-9223-FBCA-DC73DD0A7F75}"/>
          </ac:spMkLst>
        </pc:spChg>
        <pc:spChg chg="add mod">
          <ac:chgData name="Elmar Eisemann" userId="S::eeisemann@tudelft.nl::756bf458-576a-40d2-ab1b-675afaeffc2f" providerId="AD" clId="Web-{79A4A25B-DAC4-C16D-77E6-CD786990BA3B}" dt="2023-02-28T15:50:36.001" v="281" actId="1076"/>
          <ac:spMkLst>
            <pc:docMk/>
            <pc:sldMk cId="1323832573" sldId="288"/>
            <ac:spMk id="16" creationId="{0177CBA7-CEEF-FEA5-177A-AD0F9E6C5000}"/>
          </ac:spMkLst>
        </pc:spChg>
        <pc:picChg chg="add mod modCrop">
          <ac:chgData name="Elmar Eisemann" userId="S::eeisemann@tudelft.nl::756bf458-576a-40d2-ab1b-675afaeffc2f" providerId="AD" clId="Web-{79A4A25B-DAC4-C16D-77E6-CD786990BA3B}" dt="2023-02-28T15:40:37.027" v="39" actId="1076"/>
          <ac:picMkLst>
            <pc:docMk/>
            <pc:sldMk cId="1323832573" sldId="288"/>
            <ac:picMk id="7" creationId="{58DAB718-443A-D3CE-5876-26CFADD1EC2B}"/>
          </ac:picMkLst>
        </pc:picChg>
        <pc:picChg chg="add mod ord modCrop">
          <ac:chgData name="Elmar Eisemann" userId="S::eeisemann@tudelft.nl::756bf458-576a-40d2-ab1b-675afaeffc2f" providerId="AD" clId="Web-{79A4A25B-DAC4-C16D-77E6-CD786990BA3B}" dt="2023-02-28T15:44:31.644" v="60"/>
          <ac:picMkLst>
            <pc:docMk/>
            <pc:sldMk cId="1323832573" sldId="288"/>
            <ac:picMk id="9" creationId="{81E85593-5B8E-EC1C-3BE3-C9B9CB16E3A3}"/>
          </ac:picMkLst>
        </pc:picChg>
        <pc:cxnChg chg="add del mod">
          <ac:chgData name="Elmar Eisemann" userId="S::eeisemann@tudelft.nl::756bf458-576a-40d2-ab1b-675afaeffc2f" providerId="AD" clId="Web-{79A4A25B-DAC4-C16D-77E6-CD786990BA3B}" dt="2023-02-28T15:35:30.750" v="6"/>
          <ac:cxnSpMkLst>
            <pc:docMk/>
            <pc:sldMk cId="1323832573" sldId="288"/>
            <ac:cxnSpMk id="4" creationId="{CF84A027-E829-A66D-4FEF-4E933A4695C4}"/>
          </ac:cxnSpMkLst>
        </pc:cxnChg>
      </pc:sldChg>
      <pc:sldChg chg="addSp modSp">
        <pc:chgData name="Elmar Eisemann" userId="S::eeisemann@tudelft.nl::756bf458-576a-40d2-ab1b-675afaeffc2f" providerId="AD" clId="Web-{79A4A25B-DAC4-C16D-77E6-CD786990BA3B}" dt="2023-02-28T15:45:16.818" v="73" actId="20577"/>
        <pc:sldMkLst>
          <pc:docMk/>
          <pc:sldMk cId="4192602129" sldId="295"/>
        </pc:sldMkLst>
        <pc:spChg chg="add mod">
          <ac:chgData name="Elmar Eisemann" userId="S::eeisemann@tudelft.nl::756bf458-576a-40d2-ab1b-675afaeffc2f" providerId="AD" clId="Web-{79A4A25B-DAC4-C16D-77E6-CD786990BA3B}" dt="2023-02-28T15:45:16.818" v="73" actId="20577"/>
          <ac:spMkLst>
            <pc:docMk/>
            <pc:sldMk cId="4192602129" sldId="295"/>
            <ac:spMk id="6" creationId="{D4E295E4-2CAC-A4EE-4A12-DF2B3A0B864A}"/>
          </ac:spMkLst>
        </pc:spChg>
      </pc:sldChg>
      <pc:sldChg chg="addSp modSp">
        <pc:chgData name="Elmar Eisemann" userId="S::eeisemann@tudelft.nl::756bf458-576a-40d2-ab1b-675afaeffc2f" providerId="AD" clId="Web-{79A4A25B-DAC4-C16D-77E6-CD786990BA3B}" dt="2023-02-28T15:45:59.616" v="87" actId="20577"/>
        <pc:sldMkLst>
          <pc:docMk/>
          <pc:sldMk cId="3504317866" sldId="298"/>
        </pc:sldMkLst>
        <pc:spChg chg="add mod">
          <ac:chgData name="Elmar Eisemann" userId="S::eeisemann@tudelft.nl::756bf458-576a-40d2-ab1b-675afaeffc2f" providerId="AD" clId="Web-{79A4A25B-DAC4-C16D-77E6-CD786990BA3B}" dt="2023-02-28T15:45:59.616" v="87" actId="20577"/>
          <ac:spMkLst>
            <pc:docMk/>
            <pc:sldMk cId="3504317866" sldId="298"/>
            <ac:spMk id="4" creationId="{CD446DDA-521F-FADB-CD4F-41D930C9D9F3}"/>
          </ac:spMkLst>
        </pc:spChg>
      </pc:sldChg>
      <pc:sldChg chg="new">
        <pc:chgData name="Elmar Eisemann" userId="S::eeisemann@tudelft.nl::756bf458-576a-40d2-ab1b-675afaeffc2f" providerId="AD" clId="Web-{79A4A25B-DAC4-C16D-77E6-CD786990BA3B}" dt="2023-02-28T15:46:08.148" v="88"/>
        <pc:sldMkLst>
          <pc:docMk/>
          <pc:sldMk cId="2724726858" sldId="299"/>
        </pc:sldMkLst>
      </pc:sldChg>
      <pc:sldChg chg="new">
        <pc:chgData name="Elmar Eisemann" userId="S::eeisemann@tudelft.nl::756bf458-576a-40d2-ab1b-675afaeffc2f" providerId="AD" clId="Web-{79A4A25B-DAC4-C16D-77E6-CD786990BA3B}" dt="2023-02-28T15:46:10.398" v="89"/>
        <pc:sldMkLst>
          <pc:docMk/>
          <pc:sldMk cId="3515213720" sldId="300"/>
        </pc:sldMkLst>
      </pc:sldChg>
      <pc:sldChg chg="new">
        <pc:chgData name="Elmar Eisemann" userId="S::eeisemann@tudelft.nl::756bf458-576a-40d2-ab1b-675afaeffc2f" providerId="AD" clId="Web-{79A4A25B-DAC4-C16D-77E6-CD786990BA3B}" dt="2023-02-28T15:46:12.257" v="90"/>
        <pc:sldMkLst>
          <pc:docMk/>
          <pc:sldMk cId="1095562656" sldId="301"/>
        </pc:sldMkLst>
      </pc:sldChg>
      <pc:sldChg chg="new">
        <pc:chgData name="Elmar Eisemann" userId="S::eeisemann@tudelft.nl::756bf458-576a-40d2-ab1b-675afaeffc2f" providerId="AD" clId="Web-{79A4A25B-DAC4-C16D-77E6-CD786990BA3B}" dt="2023-02-28T15:46:13.945" v="91"/>
        <pc:sldMkLst>
          <pc:docMk/>
          <pc:sldMk cId="1819830701" sldId="302"/>
        </pc:sldMkLst>
      </pc:sldChg>
      <pc:sldChg chg="new">
        <pc:chgData name="Elmar Eisemann" userId="S::eeisemann@tudelft.nl::756bf458-576a-40d2-ab1b-675afaeffc2f" providerId="AD" clId="Web-{79A4A25B-DAC4-C16D-77E6-CD786990BA3B}" dt="2023-02-28T15:46:15.695" v="92"/>
        <pc:sldMkLst>
          <pc:docMk/>
          <pc:sldMk cId="3738294201" sldId="303"/>
        </pc:sldMkLst>
      </pc:sldChg>
      <pc:sldChg chg="new">
        <pc:chgData name="Elmar Eisemann" userId="S::eeisemann@tudelft.nl::756bf458-576a-40d2-ab1b-675afaeffc2f" providerId="AD" clId="Web-{79A4A25B-DAC4-C16D-77E6-CD786990BA3B}" dt="2023-02-28T15:46:16.961" v="93"/>
        <pc:sldMkLst>
          <pc:docMk/>
          <pc:sldMk cId="1486361601" sldId="304"/>
        </pc:sldMkLst>
      </pc:sldChg>
      <pc:sldChg chg="new">
        <pc:chgData name="Elmar Eisemann" userId="S::eeisemann@tudelft.nl::756bf458-576a-40d2-ab1b-675afaeffc2f" providerId="AD" clId="Web-{79A4A25B-DAC4-C16D-77E6-CD786990BA3B}" dt="2023-02-28T15:46:18.617" v="94"/>
        <pc:sldMkLst>
          <pc:docMk/>
          <pc:sldMk cId="4033496905" sldId="305"/>
        </pc:sldMkLst>
      </pc:sldChg>
      <pc:sldChg chg="new">
        <pc:chgData name="Elmar Eisemann" userId="S::eeisemann@tudelft.nl::756bf458-576a-40d2-ab1b-675afaeffc2f" providerId="AD" clId="Web-{79A4A25B-DAC4-C16D-77E6-CD786990BA3B}" dt="2023-02-28T15:46:20.430" v="95"/>
        <pc:sldMkLst>
          <pc:docMk/>
          <pc:sldMk cId="3789913784" sldId="306"/>
        </pc:sldMkLst>
      </pc:sldChg>
      <pc:sldChg chg="new">
        <pc:chgData name="Elmar Eisemann" userId="S::eeisemann@tudelft.nl::756bf458-576a-40d2-ab1b-675afaeffc2f" providerId="AD" clId="Web-{79A4A25B-DAC4-C16D-77E6-CD786990BA3B}" dt="2023-02-28T15:46:25.149" v="96"/>
        <pc:sldMkLst>
          <pc:docMk/>
          <pc:sldMk cId="2018361782" sldId="307"/>
        </pc:sldMkLst>
      </pc:sldChg>
      <pc:sldChg chg="new">
        <pc:chgData name="Elmar Eisemann" userId="S::eeisemann@tudelft.nl::756bf458-576a-40d2-ab1b-675afaeffc2f" providerId="AD" clId="Web-{79A4A25B-DAC4-C16D-77E6-CD786990BA3B}" dt="2023-02-28T15:46:26.555" v="97"/>
        <pc:sldMkLst>
          <pc:docMk/>
          <pc:sldMk cId="3364998188" sldId="308"/>
        </pc:sldMkLst>
      </pc:sldChg>
      <pc:sldChg chg="new">
        <pc:chgData name="Elmar Eisemann" userId="S::eeisemann@tudelft.nl::756bf458-576a-40d2-ab1b-675afaeffc2f" providerId="AD" clId="Web-{79A4A25B-DAC4-C16D-77E6-CD786990BA3B}" dt="2023-02-28T15:46:27.883" v="98"/>
        <pc:sldMkLst>
          <pc:docMk/>
          <pc:sldMk cId="3826095095" sldId="309"/>
        </pc:sldMkLst>
      </pc:sldChg>
      <pc:sldChg chg="new">
        <pc:chgData name="Elmar Eisemann" userId="S::eeisemann@tudelft.nl::756bf458-576a-40d2-ab1b-675afaeffc2f" providerId="AD" clId="Web-{79A4A25B-DAC4-C16D-77E6-CD786990BA3B}" dt="2023-02-28T15:46:28.680" v="99"/>
        <pc:sldMkLst>
          <pc:docMk/>
          <pc:sldMk cId="2554701709" sldId="310"/>
        </pc:sldMkLst>
      </pc:sldChg>
      <pc:sldChg chg="new">
        <pc:chgData name="Elmar Eisemann" userId="S::eeisemann@tudelft.nl::756bf458-576a-40d2-ab1b-675afaeffc2f" providerId="AD" clId="Web-{79A4A25B-DAC4-C16D-77E6-CD786990BA3B}" dt="2023-02-28T15:46:30.727" v="100"/>
        <pc:sldMkLst>
          <pc:docMk/>
          <pc:sldMk cId="1447252294" sldId="31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41.477" v="101"/>
        <pc:sldMkLst>
          <pc:docMk/>
          <pc:sldMk cId="3451886651" sldId="31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45.446" v="102"/>
        <pc:sldMkLst>
          <pc:docMk/>
          <pc:sldMk cId="1672225741" sldId="31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46.712" v="103"/>
        <pc:sldMkLst>
          <pc:docMk/>
          <pc:sldMk cId="3889946925" sldId="31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48.165" v="104"/>
        <pc:sldMkLst>
          <pc:docMk/>
          <pc:sldMk cId="2832048385" sldId="31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49.306" v="105"/>
        <pc:sldMkLst>
          <pc:docMk/>
          <pc:sldMk cId="4261117092" sldId="31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50.681" v="106"/>
        <pc:sldMkLst>
          <pc:docMk/>
          <pc:sldMk cId="1637838991" sldId="31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52.056" v="107"/>
        <pc:sldMkLst>
          <pc:docMk/>
          <pc:sldMk cId="801497388" sldId="31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53.728" v="108"/>
        <pc:sldMkLst>
          <pc:docMk/>
          <pc:sldMk cId="2756591184" sldId="31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54.946" v="109"/>
        <pc:sldMkLst>
          <pc:docMk/>
          <pc:sldMk cId="1230606027" sldId="32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56.431" v="110"/>
        <pc:sldMkLst>
          <pc:docMk/>
          <pc:sldMk cId="3132211358" sldId="32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57.618" v="111"/>
        <pc:sldMkLst>
          <pc:docMk/>
          <pc:sldMk cId="4029404043" sldId="32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6:58.822" v="112"/>
        <pc:sldMkLst>
          <pc:docMk/>
          <pc:sldMk cId="1038250736" sldId="32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00.072" v="113"/>
        <pc:sldMkLst>
          <pc:docMk/>
          <pc:sldMk cId="265419278" sldId="32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01.462" v="114"/>
        <pc:sldMkLst>
          <pc:docMk/>
          <pc:sldMk cId="648495744" sldId="32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03.275" v="115"/>
        <pc:sldMkLst>
          <pc:docMk/>
          <pc:sldMk cId="3572118027" sldId="32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04.587" v="116"/>
        <pc:sldMkLst>
          <pc:docMk/>
          <pc:sldMk cId="2381500631" sldId="32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05.869" v="117"/>
        <pc:sldMkLst>
          <pc:docMk/>
          <pc:sldMk cId="688533678" sldId="32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07.103" v="118"/>
        <pc:sldMkLst>
          <pc:docMk/>
          <pc:sldMk cId="2816346537" sldId="32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08.588" v="119"/>
        <pc:sldMkLst>
          <pc:docMk/>
          <pc:sldMk cId="524754125" sldId="33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09.884" v="120"/>
        <pc:sldMkLst>
          <pc:docMk/>
          <pc:sldMk cId="1822296434" sldId="33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11.213" v="121"/>
        <pc:sldMkLst>
          <pc:docMk/>
          <pc:sldMk cId="1693043511" sldId="33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12.650" v="122"/>
        <pc:sldMkLst>
          <pc:docMk/>
          <pc:sldMk cId="523477421" sldId="33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14.557" v="123"/>
        <pc:sldMkLst>
          <pc:docMk/>
          <pc:sldMk cId="3411732650" sldId="33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15.932" v="124"/>
        <pc:sldMkLst>
          <pc:docMk/>
          <pc:sldMk cId="1326374840" sldId="33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17.307" v="125"/>
        <pc:sldMkLst>
          <pc:docMk/>
          <pc:sldMk cId="3671273774" sldId="33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18.525" v="126"/>
        <pc:sldMkLst>
          <pc:docMk/>
          <pc:sldMk cId="908540533" sldId="33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20.025" v="127"/>
        <pc:sldMkLst>
          <pc:docMk/>
          <pc:sldMk cId="2321846899" sldId="33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21.572" v="128"/>
        <pc:sldMkLst>
          <pc:docMk/>
          <pc:sldMk cId="3412489529" sldId="33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23.651" v="129"/>
        <pc:sldMkLst>
          <pc:docMk/>
          <pc:sldMk cId="3900799140" sldId="34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26.229" v="130"/>
        <pc:sldMkLst>
          <pc:docMk/>
          <pc:sldMk cId="1248294505" sldId="34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27.760" v="131"/>
        <pc:sldMkLst>
          <pc:docMk/>
          <pc:sldMk cId="1891017594" sldId="34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29.104" v="132"/>
        <pc:sldMkLst>
          <pc:docMk/>
          <pc:sldMk cId="3291171391" sldId="34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30.573" v="133"/>
        <pc:sldMkLst>
          <pc:docMk/>
          <pc:sldMk cId="2777908775" sldId="34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31.932" v="134"/>
        <pc:sldMkLst>
          <pc:docMk/>
          <pc:sldMk cId="3170167150" sldId="34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33.338" v="135"/>
        <pc:sldMkLst>
          <pc:docMk/>
          <pc:sldMk cId="4081467475" sldId="34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35.495" v="136"/>
        <pc:sldMkLst>
          <pc:docMk/>
          <pc:sldMk cId="1273322058" sldId="34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36.776" v="137"/>
        <pc:sldMkLst>
          <pc:docMk/>
          <pc:sldMk cId="2738151262" sldId="34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37.964" v="138"/>
        <pc:sldMkLst>
          <pc:docMk/>
          <pc:sldMk cId="2451214854" sldId="34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39.136" v="139"/>
        <pc:sldMkLst>
          <pc:docMk/>
          <pc:sldMk cId="3885411049" sldId="35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40.370" v="140"/>
        <pc:sldMkLst>
          <pc:docMk/>
          <pc:sldMk cId="3479083436" sldId="35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41.589" v="141"/>
        <pc:sldMkLst>
          <pc:docMk/>
          <pc:sldMk cId="2895878280" sldId="35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43.042" v="142"/>
        <pc:sldMkLst>
          <pc:docMk/>
          <pc:sldMk cId="1684475208" sldId="35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44.761" v="143"/>
        <pc:sldMkLst>
          <pc:docMk/>
          <pc:sldMk cId="3663559851" sldId="35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45.933" v="144"/>
        <pc:sldMkLst>
          <pc:docMk/>
          <pc:sldMk cId="2895120620" sldId="35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47.105" v="145"/>
        <pc:sldMkLst>
          <pc:docMk/>
          <pc:sldMk cId="3318969838" sldId="35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48.355" v="146"/>
        <pc:sldMkLst>
          <pc:docMk/>
          <pc:sldMk cId="3711914961" sldId="35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49.527" v="147"/>
        <pc:sldMkLst>
          <pc:docMk/>
          <pc:sldMk cId="1636013435" sldId="35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50.777" v="148"/>
        <pc:sldMkLst>
          <pc:docMk/>
          <pc:sldMk cId="4003716665" sldId="35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52.027" v="149"/>
        <pc:sldMkLst>
          <pc:docMk/>
          <pc:sldMk cId="743932264" sldId="36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53.824" v="150"/>
        <pc:sldMkLst>
          <pc:docMk/>
          <pc:sldMk cId="3029231875" sldId="36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55.714" v="151"/>
        <pc:sldMkLst>
          <pc:docMk/>
          <pc:sldMk cId="1533841033" sldId="36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57.199" v="152"/>
        <pc:sldMkLst>
          <pc:docMk/>
          <pc:sldMk cId="1336714739" sldId="36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58.433" v="153"/>
        <pc:sldMkLst>
          <pc:docMk/>
          <pc:sldMk cId="3345238072" sldId="36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7:59.808" v="154"/>
        <pc:sldMkLst>
          <pc:docMk/>
          <pc:sldMk cId="4099305380" sldId="36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01.121" v="155"/>
        <pc:sldMkLst>
          <pc:docMk/>
          <pc:sldMk cId="3780527693" sldId="36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02.464" v="156"/>
        <pc:sldMkLst>
          <pc:docMk/>
          <pc:sldMk cId="4270587180" sldId="36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03.808" v="157"/>
        <pc:sldMkLst>
          <pc:docMk/>
          <pc:sldMk cId="1214851140" sldId="36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05.605" v="158"/>
        <pc:sldMkLst>
          <pc:docMk/>
          <pc:sldMk cId="2085713374" sldId="36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06.793" v="159"/>
        <pc:sldMkLst>
          <pc:docMk/>
          <pc:sldMk cId="3855500988" sldId="37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08.043" v="160"/>
        <pc:sldMkLst>
          <pc:docMk/>
          <pc:sldMk cId="1164604400" sldId="37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09.215" v="161"/>
        <pc:sldMkLst>
          <pc:docMk/>
          <pc:sldMk cId="3374170500" sldId="37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10.402" v="162"/>
        <pc:sldMkLst>
          <pc:docMk/>
          <pc:sldMk cId="3707567089" sldId="37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11.668" v="163"/>
        <pc:sldMkLst>
          <pc:docMk/>
          <pc:sldMk cId="2335482256" sldId="37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13.262" v="164"/>
        <pc:sldMkLst>
          <pc:docMk/>
          <pc:sldMk cId="3262890158" sldId="37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15.027" v="165"/>
        <pc:sldMkLst>
          <pc:docMk/>
          <pc:sldMk cId="35454784" sldId="37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16.387" v="166"/>
        <pc:sldMkLst>
          <pc:docMk/>
          <pc:sldMk cId="1332436917" sldId="37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17.668" v="167"/>
        <pc:sldMkLst>
          <pc:docMk/>
          <pc:sldMk cId="4019624535" sldId="37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18.871" v="168"/>
        <pc:sldMkLst>
          <pc:docMk/>
          <pc:sldMk cId="738254706" sldId="37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20.074" v="169"/>
        <pc:sldMkLst>
          <pc:docMk/>
          <pc:sldMk cId="4157334068" sldId="38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21.371" v="170"/>
        <pc:sldMkLst>
          <pc:docMk/>
          <pc:sldMk cId="1316072981" sldId="38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23.387" v="171"/>
        <pc:sldMkLst>
          <pc:docMk/>
          <pc:sldMk cId="4066847802" sldId="38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25.325" v="172"/>
        <pc:sldMkLst>
          <pc:docMk/>
          <pc:sldMk cId="1723421297" sldId="38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26.622" v="173"/>
        <pc:sldMkLst>
          <pc:docMk/>
          <pc:sldMk cId="2143380325" sldId="38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27.919" v="174"/>
        <pc:sldMkLst>
          <pc:docMk/>
          <pc:sldMk cId="3970145245" sldId="38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29.278" v="175"/>
        <pc:sldMkLst>
          <pc:docMk/>
          <pc:sldMk cId="2990713255" sldId="38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30.481" v="176"/>
        <pc:sldMkLst>
          <pc:docMk/>
          <pc:sldMk cId="167229252" sldId="38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32.122" v="177"/>
        <pc:sldMkLst>
          <pc:docMk/>
          <pc:sldMk cId="317649324" sldId="38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33.497" v="178"/>
        <pc:sldMkLst>
          <pc:docMk/>
          <pc:sldMk cId="1200889425" sldId="38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35.325" v="179"/>
        <pc:sldMkLst>
          <pc:docMk/>
          <pc:sldMk cId="891591264" sldId="39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36.575" v="180"/>
        <pc:sldMkLst>
          <pc:docMk/>
          <pc:sldMk cId="2103220473" sldId="39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37.731" v="181"/>
        <pc:sldMkLst>
          <pc:docMk/>
          <pc:sldMk cId="1841137409" sldId="39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39.091" v="182"/>
        <pc:sldMkLst>
          <pc:docMk/>
          <pc:sldMk cId="635970389" sldId="39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40.372" v="183"/>
        <pc:sldMkLst>
          <pc:docMk/>
          <pc:sldMk cId="2040046900" sldId="39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41.841" v="184"/>
        <pc:sldMkLst>
          <pc:docMk/>
          <pc:sldMk cId="3451128647" sldId="39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43.169" v="185"/>
        <pc:sldMkLst>
          <pc:docMk/>
          <pc:sldMk cId="800712336" sldId="39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44.419" v="186"/>
        <pc:sldMkLst>
          <pc:docMk/>
          <pc:sldMk cId="3713000889" sldId="39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46.435" v="187"/>
        <pc:sldMkLst>
          <pc:docMk/>
          <pc:sldMk cId="972880581" sldId="39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47.747" v="188"/>
        <pc:sldMkLst>
          <pc:docMk/>
          <pc:sldMk cId="3291556623" sldId="39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48.935" v="189"/>
        <pc:sldMkLst>
          <pc:docMk/>
          <pc:sldMk cId="1589870837" sldId="40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50.122" v="190"/>
        <pc:sldMkLst>
          <pc:docMk/>
          <pc:sldMk cId="3302157405" sldId="40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51.388" v="191"/>
        <pc:sldMkLst>
          <pc:docMk/>
          <pc:sldMk cId="2548583451" sldId="40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52.607" v="192"/>
        <pc:sldMkLst>
          <pc:docMk/>
          <pc:sldMk cId="1797285240" sldId="40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54.451" v="193"/>
        <pc:sldMkLst>
          <pc:docMk/>
          <pc:sldMk cId="1696088867" sldId="40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56.482" v="194"/>
        <pc:sldMkLst>
          <pc:docMk/>
          <pc:sldMk cId="2546693237" sldId="40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57.920" v="195"/>
        <pc:sldMkLst>
          <pc:docMk/>
          <pc:sldMk cId="207448023" sldId="40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8:59.201" v="196"/>
        <pc:sldMkLst>
          <pc:docMk/>
          <pc:sldMk cId="357041251" sldId="40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00.420" v="197"/>
        <pc:sldMkLst>
          <pc:docMk/>
          <pc:sldMk cId="1272120323" sldId="40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01.638" v="198"/>
        <pc:sldMkLst>
          <pc:docMk/>
          <pc:sldMk cId="2020166967" sldId="40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02.889" v="199"/>
        <pc:sldMkLst>
          <pc:docMk/>
          <pc:sldMk cId="4268766974" sldId="41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04.123" v="200"/>
        <pc:sldMkLst>
          <pc:docMk/>
          <pc:sldMk cId="1203162120" sldId="41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05.264" v="201"/>
        <pc:sldMkLst>
          <pc:docMk/>
          <pc:sldMk cId="3642690535" sldId="41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07.404" v="202"/>
        <pc:sldMkLst>
          <pc:docMk/>
          <pc:sldMk cId="1195578134" sldId="41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08.795" v="203"/>
        <pc:sldMkLst>
          <pc:docMk/>
          <pc:sldMk cId="2767395336" sldId="41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10.139" v="204"/>
        <pc:sldMkLst>
          <pc:docMk/>
          <pc:sldMk cId="1513831002" sldId="41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11.451" v="205"/>
        <pc:sldMkLst>
          <pc:docMk/>
          <pc:sldMk cId="2768888855" sldId="41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12.764" v="206"/>
        <pc:sldMkLst>
          <pc:docMk/>
          <pc:sldMk cId="3839174227" sldId="41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14.061" v="207"/>
        <pc:sldMkLst>
          <pc:docMk/>
          <pc:sldMk cId="1285157653" sldId="41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15.295" v="208"/>
        <pc:sldMkLst>
          <pc:docMk/>
          <pc:sldMk cId="419077608" sldId="41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17.467" v="209"/>
        <pc:sldMkLst>
          <pc:docMk/>
          <pc:sldMk cId="2145994232" sldId="42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18.905" v="210"/>
        <pc:sldMkLst>
          <pc:docMk/>
          <pc:sldMk cId="561511658" sldId="42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20.186" v="211"/>
        <pc:sldMkLst>
          <pc:docMk/>
          <pc:sldMk cId="281431680" sldId="42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21.499" v="212"/>
        <pc:sldMkLst>
          <pc:docMk/>
          <pc:sldMk cId="1250327496" sldId="42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23.280" v="213"/>
        <pc:sldMkLst>
          <pc:docMk/>
          <pc:sldMk cId="2163458080" sldId="42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24.499" v="214"/>
        <pc:sldMkLst>
          <pc:docMk/>
          <pc:sldMk cId="3086000980" sldId="42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26.546" v="215"/>
        <pc:sldMkLst>
          <pc:docMk/>
          <pc:sldMk cId="4187191398" sldId="42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27.858" v="216"/>
        <pc:sldMkLst>
          <pc:docMk/>
          <pc:sldMk cId="1765341342" sldId="42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29.264" v="217"/>
        <pc:sldMkLst>
          <pc:docMk/>
          <pc:sldMk cId="2625887890" sldId="42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30.483" v="218"/>
        <pc:sldMkLst>
          <pc:docMk/>
          <pc:sldMk cId="1210962029" sldId="42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32.280" v="219"/>
        <pc:sldMkLst>
          <pc:docMk/>
          <pc:sldMk cId="134504629" sldId="43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33.483" v="220"/>
        <pc:sldMkLst>
          <pc:docMk/>
          <pc:sldMk cId="838793487" sldId="43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34.671" v="221"/>
        <pc:sldMkLst>
          <pc:docMk/>
          <pc:sldMk cId="2986351594" sldId="43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36.593" v="222"/>
        <pc:sldMkLst>
          <pc:docMk/>
          <pc:sldMk cId="468781089" sldId="43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37.859" v="223"/>
        <pc:sldMkLst>
          <pc:docMk/>
          <pc:sldMk cId="4065090653" sldId="43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39.155" v="224"/>
        <pc:sldMkLst>
          <pc:docMk/>
          <pc:sldMk cId="2417520787" sldId="43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40.327" v="225"/>
        <pc:sldMkLst>
          <pc:docMk/>
          <pc:sldMk cId="873354726" sldId="43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41.687" v="226"/>
        <pc:sldMkLst>
          <pc:docMk/>
          <pc:sldMk cId="3046298917" sldId="43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42.999" v="227"/>
        <pc:sldMkLst>
          <pc:docMk/>
          <pc:sldMk cId="139338806" sldId="43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44.312" v="228"/>
        <pc:sldMkLst>
          <pc:docMk/>
          <pc:sldMk cId="1614436941" sldId="439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45.593" v="229"/>
        <pc:sldMkLst>
          <pc:docMk/>
          <pc:sldMk cId="1845424810" sldId="440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47.546" v="230"/>
        <pc:sldMkLst>
          <pc:docMk/>
          <pc:sldMk cId="2139738804" sldId="441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48.781" v="231"/>
        <pc:sldMkLst>
          <pc:docMk/>
          <pc:sldMk cId="616731703" sldId="442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50.062" v="232"/>
        <pc:sldMkLst>
          <pc:docMk/>
          <pc:sldMk cId="1297058646" sldId="443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51.343" v="233"/>
        <pc:sldMkLst>
          <pc:docMk/>
          <pc:sldMk cId="2989282889" sldId="444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53.141" v="234"/>
        <pc:sldMkLst>
          <pc:docMk/>
          <pc:sldMk cId="3726349178" sldId="445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54.343" v="235"/>
        <pc:sldMkLst>
          <pc:docMk/>
          <pc:sldMk cId="3086587849" sldId="446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55.672" v="236"/>
        <pc:sldMkLst>
          <pc:docMk/>
          <pc:sldMk cId="1126095874" sldId="447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57.578" v="237"/>
        <pc:sldMkLst>
          <pc:docMk/>
          <pc:sldMk cId="2451961488" sldId="448"/>
        </pc:sldMkLst>
      </pc:sldChg>
      <pc:sldChg chg="add replId">
        <pc:chgData name="Elmar Eisemann" userId="S::eeisemann@tudelft.nl::756bf458-576a-40d2-ab1b-675afaeffc2f" providerId="AD" clId="Web-{79A4A25B-DAC4-C16D-77E6-CD786990BA3B}" dt="2023-02-28T15:49:58.875" v="238"/>
        <pc:sldMkLst>
          <pc:docMk/>
          <pc:sldMk cId="3468078056" sldId="449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00.406" v="239"/>
        <pc:sldMkLst>
          <pc:docMk/>
          <pc:sldMk cId="1478087371" sldId="450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01.781" v="240"/>
        <pc:sldMkLst>
          <pc:docMk/>
          <pc:sldMk cId="3937677386" sldId="451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03" v="241"/>
        <pc:sldMkLst>
          <pc:docMk/>
          <pc:sldMk cId="3904420334" sldId="452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04.266" v="242"/>
        <pc:sldMkLst>
          <pc:docMk/>
          <pc:sldMk cId="666656038" sldId="453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05.547" v="243"/>
        <pc:sldMkLst>
          <pc:docMk/>
          <pc:sldMk cId="541908053" sldId="454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07.547" v="244"/>
        <pc:sldMkLst>
          <pc:docMk/>
          <pc:sldMk cId="1765821763" sldId="455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09.641" v="245"/>
        <pc:sldMkLst>
          <pc:docMk/>
          <pc:sldMk cId="2416596346" sldId="456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10.985" v="246"/>
        <pc:sldMkLst>
          <pc:docMk/>
          <pc:sldMk cId="2298095851" sldId="457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12.610" v="247"/>
        <pc:sldMkLst>
          <pc:docMk/>
          <pc:sldMk cId="1977972223" sldId="458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13.922" v="248"/>
        <pc:sldMkLst>
          <pc:docMk/>
          <pc:sldMk cId="2313186195" sldId="459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15.282" v="249"/>
        <pc:sldMkLst>
          <pc:docMk/>
          <pc:sldMk cId="931579791" sldId="460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16.672" v="250"/>
        <pc:sldMkLst>
          <pc:docMk/>
          <pc:sldMk cId="2112250715" sldId="461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19.219" v="251"/>
        <pc:sldMkLst>
          <pc:docMk/>
          <pc:sldMk cId="878406636" sldId="462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20.626" v="252"/>
        <pc:sldMkLst>
          <pc:docMk/>
          <pc:sldMk cId="563983908" sldId="463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22.251" v="253"/>
        <pc:sldMkLst>
          <pc:docMk/>
          <pc:sldMk cId="2592080202" sldId="464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23.798" v="254"/>
        <pc:sldMkLst>
          <pc:docMk/>
          <pc:sldMk cId="1250070045" sldId="465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25.188" v="255"/>
        <pc:sldMkLst>
          <pc:docMk/>
          <pc:sldMk cId="447348825" sldId="466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26.485" v="256"/>
        <pc:sldMkLst>
          <pc:docMk/>
          <pc:sldMk cId="171043823" sldId="467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28.782" v="257"/>
        <pc:sldMkLst>
          <pc:docMk/>
          <pc:sldMk cId="3590829644" sldId="468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30.360" v="258"/>
        <pc:sldMkLst>
          <pc:docMk/>
          <pc:sldMk cId="4156764333" sldId="469"/>
        </pc:sldMkLst>
      </pc:sldChg>
      <pc:sldChg chg="add replId">
        <pc:chgData name="Elmar Eisemann" userId="S::eeisemann@tudelft.nl::756bf458-576a-40d2-ab1b-675afaeffc2f" providerId="AD" clId="Web-{79A4A25B-DAC4-C16D-77E6-CD786990BA3B}" dt="2023-02-28T15:50:31.751" v="259"/>
        <pc:sldMkLst>
          <pc:docMk/>
          <pc:sldMk cId="1718536564" sldId="470"/>
        </pc:sldMkLst>
      </pc:sldChg>
      <pc:sldChg chg="add del replId">
        <pc:chgData name="Elmar Eisemann" userId="S::eeisemann@tudelft.nl::756bf458-576a-40d2-ab1b-675afaeffc2f" providerId="AD" clId="Web-{79A4A25B-DAC4-C16D-77E6-CD786990BA3B}" dt="2023-02-28T15:50:33.439" v="261"/>
        <pc:sldMkLst>
          <pc:docMk/>
          <pc:sldMk cId="911257365" sldId="471"/>
        </pc:sldMkLst>
      </pc:sldChg>
      <pc:sldChg chg="modSp add replId">
        <pc:chgData name="Elmar Eisemann" userId="S::eeisemann@tudelft.nl::756bf458-576a-40d2-ab1b-675afaeffc2f" providerId="AD" clId="Web-{79A4A25B-DAC4-C16D-77E6-CD786990BA3B}" dt="2023-02-28T15:50:34.595" v="264" actId="20577"/>
        <pc:sldMkLst>
          <pc:docMk/>
          <pc:sldMk cId="3718041423" sldId="471"/>
        </pc:sldMkLst>
        <pc:spChg chg="mod">
          <ac:chgData name="Elmar Eisemann" userId="S::eeisemann@tudelft.nl::756bf458-576a-40d2-ab1b-675afaeffc2f" providerId="AD" clId="Web-{79A4A25B-DAC4-C16D-77E6-CD786990BA3B}" dt="2023-02-28T15:50:34.595" v="264" actId="20577"/>
          <ac:spMkLst>
            <pc:docMk/>
            <pc:sldMk cId="3718041423" sldId="471"/>
            <ac:spMk id="5" creationId="{15352D46-9882-E589-F867-9BB95C9FD244}"/>
          </ac:spMkLst>
        </pc:spChg>
      </pc:sldChg>
      <pc:sldChg chg="add replId">
        <pc:chgData name="Elmar Eisemann" userId="S::eeisemann@tudelft.nl::756bf458-576a-40d2-ab1b-675afaeffc2f" providerId="AD" clId="Web-{79A4A25B-DAC4-C16D-77E6-CD786990BA3B}" dt="2023-02-28T15:50:36.267" v="282"/>
        <pc:sldMkLst>
          <pc:docMk/>
          <pc:sldMk cId="912504697" sldId="4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69D62E-26BC-BF37-3C06-459D22EEB8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>
              <a:latin typeface="Bierstad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4263C-6C10-143D-4792-F038161FC9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>
              <a:latin typeface="Bierstadt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87C30-B199-541E-CC12-234A14AA15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8CFB0-0917-5247-B671-B0440203966D}" type="slidenum">
              <a:rPr lang="en-NL" smtClean="0">
                <a:latin typeface="Bierstadt" panose="020B0004020202020204" pitchFamily="34" charset="0"/>
              </a:rPr>
              <a:t>‹#›</a:t>
            </a:fld>
            <a:endParaRPr lang="en-NL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84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Bierstadt" panose="020B0004020202020204" pitchFamily="34" charset="0"/>
              </a:defRPr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Bierstadt" panose="020B0004020202020204" pitchFamily="34" charset="0"/>
              </a:defRPr>
            </a:lvl1pPr>
          </a:lstStyle>
          <a:p>
            <a:fld id="{B40BC958-FB60-AF4C-BFD7-EDD6CCBE301B}" type="datetimeFigureOut">
              <a:rPr lang="en-NL" smtClean="0"/>
              <a:pPr/>
              <a:t>1/29/24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Bierstadt" panose="020B0004020202020204" pitchFamily="34" charset="0"/>
              </a:defRPr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Bierstadt" panose="020B0004020202020204" pitchFamily="34" charset="0"/>
              </a:defRPr>
            </a:lvl1pPr>
          </a:lstStyle>
          <a:p>
            <a:fld id="{4444CF32-DC8E-124D-8021-6C95E98A607D}" type="slidenum">
              <a:rPr lang="en-NL" smtClean="0"/>
              <a:pPr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803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Bierstadt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Bierstadt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Bierstadt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Bierstadt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Bierstadt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4CF32-DC8E-124D-8021-6C95E98A607D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62265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48104FC-B4D1-86CD-0C6B-C9C9EB1B3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7333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 b="1" i="0">
                <a:solidFill>
                  <a:schemeClr val="tx1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D2B7CE0-CFE9-58F9-D9F4-955B2A4F6C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4438874"/>
            <a:ext cx="10515600" cy="630110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Authors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561DDB7-85CE-71F4-5943-6F9490238BD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5097591"/>
            <a:ext cx="10515600" cy="63011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E8D521-175F-9695-6288-70F4A34CDFC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5A94A-79F3-A5C1-88DD-708289E54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FFD3A-F370-DD24-6BE4-EE20794897B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224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l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CD0A7-057F-F716-BF56-1FA1F47D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C096D-CB6F-C9FE-93BC-AE1DEEAF07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8DB92-272A-203B-3D7A-A5B8DEB571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A556D5-AF03-E113-696F-4DEEDCFF5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00" y="1989000"/>
            <a:ext cx="11361600" cy="28800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492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5F2B-0633-05F7-D5A6-7D370D4C1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C3ADB-1BBE-29CD-F82F-E2B31507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FCB2B-4F02-B503-C1D2-6EE8DF20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28D5F-05D9-EDCA-A713-9E4713D4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77822-C1C4-2ACE-C697-7C165BBEB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590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B47A4-4E92-0669-59FB-A810CD0C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E1E20-C4BB-F057-6117-CB7CA81A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E9274-9D33-B7F7-3EAE-2334928F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6C38D-47A1-80EE-36FA-FF57460C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7333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 b="1" i="0">
                <a:solidFill>
                  <a:schemeClr val="tx1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61E4F-374C-3603-4897-E3558FC169D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4225110"/>
            <a:ext cx="10515600" cy="630110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030547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5DCA-1A5E-2C06-4C5F-B96CDCC02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8CAA2A-2C9C-4ADF-2A40-741F937D8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AC037-7130-3F07-3F62-116C59B451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CD002-44A4-59C7-8807-82AFCE3835B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763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29826-C0AF-E031-F92E-1CCC87D0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C52ED-F375-8F8F-0FD8-6A966F27C7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F1263-2A2C-C358-1BB9-15F70DFF72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050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48104FC-B4D1-86CD-0C6B-C9C9EB1B3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7333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 b="1" i="0">
                <a:solidFill>
                  <a:schemeClr val="bg1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D2B7CE0-CFE9-58F9-D9F4-955B2A4F6C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4438874"/>
            <a:ext cx="10515600" cy="630110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Authors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561DDB7-85CE-71F4-5943-6F9490238BD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5097591"/>
            <a:ext cx="10515600" cy="63011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E8D521-175F-9695-6288-70F4A34CDFC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5A94A-79F3-A5C1-88DD-708289E54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FFD3A-F370-DD24-6BE4-EE20794897B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l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F3B85-4207-5606-A5A0-A0F2D2DB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2" y="1989000"/>
            <a:ext cx="11361600" cy="288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CD0A7-057F-F716-BF56-1FA1F47D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C096D-CB6F-C9FE-93BC-AE1DEEAF07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8DB92-272A-203B-3D7A-A5B8DEB571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5163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5F2B-0633-05F7-D5A6-7D370D4C1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C3ADB-1BBE-29CD-F82F-E2B31507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FCB2B-4F02-B503-C1D2-6EE8DF20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28D5F-05D9-EDCA-A713-9E4713D4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77822-C1C4-2ACE-C697-7C165BBE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3" y="441434"/>
            <a:ext cx="10533976" cy="102529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61249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B47A4-4E92-0669-59FB-A810CD0C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E1E20-C4BB-F057-6117-CB7CA81A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E9274-9D33-B7F7-3EAE-2334928F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9998817-DBC8-CED3-449F-A3D4A630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7333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 b="1" i="0">
                <a:solidFill>
                  <a:schemeClr val="bg1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0754980-BE98-5773-8D90-AFFBC3B2B53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4225110"/>
            <a:ext cx="10515600" cy="630110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78314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5DCA-1A5E-2C06-4C5F-B96CDCC02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3" y="441434"/>
            <a:ext cx="10533976" cy="102529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8CAA2A-2C9C-4ADF-2A40-741F937D8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AC037-7130-3F07-3F62-116C59B451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CD002-44A4-59C7-8807-82AFCE3835B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34589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29826-C0AF-E031-F92E-1CCC87D0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C52ED-F375-8F8F-0FD8-6A966F27C7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F1263-2A2C-C358-1BB9-15F70DFF72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3132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723B21D-7A08-B53A-1C57-ED2556480D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8061" y="434658"/>
            <a:ext cx="891477" cy="63010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48104FC-B4D1-86CD-0C6B-C9C9EB1B3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0646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 b="1" i="0">
                <a:solidFill>
                  <a:schemeClr val="tx1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D2B7CE0-CFE9-58F9-D9F4-955B2A4F6C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4342187"/>
            <a:ext cx="10515600" cy="630110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Authors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561DDB7-85CE-71F4-5943-6F9490238BD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5000904"/>
            <a:ext cx="10515600" cy="63011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Affiliation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294083-37A3-4501-1F1B-D7E04568D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680" t="30466" r="78794" b="61492"/>
          <a:stretch/>
        </p:blipFill>
        <p:spPr>
          <a:xfrm>
            <a:off x="10351647" y="5864319"/>
            <a:ext cx="1388596" cy="63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73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47AF8-5444-8933-E4BE-93ECB97036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5753" y="6400739"/>
            <a:ext cx="868794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1501C37-21BF-46CF-F413-82BC819F7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85796" y="6400739"/>
            <a:ext cx="602403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5C35D0-B6D0-355D-51E4-E74C90778662}"/>
              </a:ext>
            </a:extLst>
          </p:cNvPr>
          <p:cNvCxnSpPr>
            <a:cxnSpLocks/>
          </p:cNvCxnSpPr>
          <p:nvPr userDrawn="1"/>
        </p:nvCxnSpPr>
        <p:spPr>
          <a:xfrm>
            <a:off x="11045074" y="6386413"/>
            <a:ext cx="0" cy="342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1AC27D5E-F07D-1755-A15A-27C4D250A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680" t="30466" r="78794" b="61492"/>
          <a:stretch/>
        </p:blipFill>
        <p:spPr>
          <a:xfrm>
            <a:off x="11166145" y="6343200"/>
            <a:ext cx="787299" cy="357256"/>
          </a:xfrm>
          <a:prstGeom prst="rect">
            <a:avLst/>
          </a:prstGeom>
        </p:spPr>
      </p:pic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267D687D-0D76-71BF-364E-C64151262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1422" y="6400739"/>
            <a:ext cx="8687500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09416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7">
            <a:extLst>
              <a:ext uri="{FF2B5EF4-FFF2-40B4-BE49-F238E27FC236}">
                <a16:creationId xmlns:a16="http://schemas.microsoft.com/office/drawing/2014/main" id="{01C48EAA-6F58-B3E6-4B78-3567C89CA8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3168" b="13168"/>
          <a:stretch/>
        </p:blipFill>
        <p:spPr>
          <a:xfrm>
            <a:off x="11117451" y="6369259"/>
            <a:ext cx="930195" cy="4220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333A7D-B656-AC40-3DBF-3633748EF7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5753" y="6400739"/>
            <a:ext cx="868794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0DA5DD7-F4E0-F622-45E7-098DDDB30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85796" y="6400739"/>
            <a:ext cx="602403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D06B67-210D-10D5-CF04-85E88EC2F68C}"/>
              </a:ext>
            </a:extLst>
          </p:cNvPr>
          <p:cNvCxnSpPr>
            <a:cxnSpLocks/>
          </p:cNvCxnSpPr>
          <p:nvPr userDrawn="1"/>
        </p:nvCxnSpPr>
        <p:spPr>
          <a:xfrm>
            <a:off x="11045074" y="6386413"/>
            <a:ext cx="0" cy="342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1C5C9481-650E-8B95-39D2-29AF69786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1422" y="6400739"/>
            <a:ext cx="8687500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575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4.sv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7EAA2-2E65-456D-42DF-8E2512DD8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753" y="1560443"/>
            <a:ext cx="11360494" cy="4616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DBF22-9FC4-C3DB-5861-26D155996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5752" y="6400739"/>
            <a:ext cx="879095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66E27-08BD-9A61-A638-94ACBF81C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07707" y="6400739"/>
            <a:ext cx="612706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416190-7408-203E-775E-5ECBBB5A60F2}"/>
              </a:ext>
            </a:extLst>
          </p:cNvPr>
          <p:cNvCxnSpPr>
            <a:cxnSpLocks/>
          </p:cNvCxnSpPr>
          <p:nvPr userDrawn="1"/>
        </p:nvCxnSpPr>
        <p:spPr>
          <a:xfrm>
            <a:off x="11066985" y="6386413"/>
            <a:ext cx="0" cy="342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AD28B9BB-79AE-52CF-FC6C-DE71E78C6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3" y="441434"/>
            <a:ext cx="10541172" cy="10252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NL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98A7B74-1A11-CB72-D0B4-27966EA6C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1421" y="6400739"/>
            <a:ext cx="8719713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endParaRPr lang="en-NL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91ED5C52-95CE-C96E-0690-A871FA5DA4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680" t="30466" r="78794" b="61492"/>
          <a:stretch/>
        </p:blipFill>
        <p:spPr>
          <a:xfrm>
            <a:off x="11188056" y="6343200"/>
            <a:ext cx="787299" cy="35725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8B7682C-97B6-AD5C-B8A2-5F21982E33CB}"/>
              </a:ext>
            </a:extLst>
          </p:cNvPr>
          <p:cNvGrpSpPr/>
          <p:nvPr userDrawn="1"/>
        </p:nvGrpSpPr>
        <p:grpSpPr>
          <a:xfrm>
            <a:off x="10920413" y="152400"/>
            <a:ext cx="1306982" cy="576263"/>
            <a:chOff x="10921104" y="152400"/>
            <a:chExt cx="1306982" cy="576263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CE5EF6B7-61C6-9F6D-423D-EE570CF0212A}"/>
                </a:ext>
              </a:extLst>
            </p:cNvPr>
            <p:cNvSpPr/>
            <p:nvPr userDrawn="1"/>
          </p:nvSpPr>
          <p:spPr>
            <a:xfrm>
              <a:off x="10921104" y="152400"/>
              <a:ext cx="1270896" cy="576263"/>
            </a:xfrm>
            <a:custGeom>
              <a:avLst/>
              <a:gdLst>
                <a:gd name="connsiteX0" fmla="*/ 0 w 1270896"/>
                <a:gd name="connsiteY0" fmla="*/ 0 h 576263"/>
                <a:gd name="connsiteX1" fmla="*/ 1270896 w 1270896"/>
                <a:gd name="connsiteY1" fmla="*/ 0 h 576263"/>
                <a:gd name="connsiteX2" fmla="*/ 1270896 w 1270896"/>
                <a:gd name="connsiteY2" fmla="*/ 576263 h 576263"/>
                <a:gd name="connsiteX3" fmla="*/ 0 w 1270896"/>
                <a:gd name="connsiteY3" fmla="*/ 576263 h 576263"/>
                <a:gd name="connsiteX4" fmla="*/ 0 w 1270896"/>
                <a:gd name="connsiteY4" fmla="*/ 0 h 576263"/>
                <a:gd name="connsiteX0" fmla="*/ 0 w 1270896"/>
                <a:gd name="connsiteY0" fmla="*/ 0 h 576263"/>
                <a:gd name="connsiteX1" fmla="*/ 1270896 w 1270896"/>
                <a:gd name="connsiteY1" fmla="*/ 0 h 576263"/>
                <a:gd name="connsiteX2" fmla="*/ 1270896 w 1270896"/>
                <a:gd name="connsiteY2" fmla="*/ 576263 h 576263"/>
                <a:gd name="connsiteX3" fmla="*/ 130175 w 1270896"/>
                <a:gd name="connsiteY3" fmla="*/ 576263 h 576263"/>
                <a:gd name="connsiteX4" fmla="*/ 0 w 1270896"/>
                <a:gd name="connsiteY4" fmla="*/ 0 h 57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0896" h="576263">
                  <a:moveTo>
                    <a:pt x="0" y="0"/>
                  </a:moveTo>
                  <a:lnTo>
                    <a:pt x="1270896" y="0"/>
                  </a:lnTo>
                  <a:lnTo>
                    <a:pt x="1270896" y="576263"/>
                  </a:lnTo>
                  <a:lnTo>
                    <a:pt x="130175" y="576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b="1">
                <a:latin typeface="Aptos" panose="020B00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C40D22-CC44-9414-DC78-3B7D179D619F}"/>
                </a:ext>
              </a:extLst>
            </p:cNvPr>
            <p:cNvSpPr/>
            <p:nvPr userDrawn="1"/>
          </p:nvSpPr>
          <p:spPr>
            <a:xfrm>
              <a:off x="10957190" y="152400"/>
              <a:ext cx="1270896" cy="576263"/>
            </a:xfrm>
            <a:custGeom>
              <a:avLst/>
              <a:gdLst>
                <a:gd name="connsiteX0" fmla="*/ 0 w 1270896"/>
                <a:gd name="connsiteY0" fmla="*/ 0 h 576263"/>
                <a:gd name="connsiteX1" fmla="*/ 1270896 w 1270896"/>
                <a:gd name="connsiteY1" fmla="*/ 0 h 576263"/>
                <a:gd name="connsiteX2" fmla="*/ 1270896 w 1270896"/>
                <a:gd name="connsiteY2" fmla="*/ 576263 h 576263"/>
                <a:gd name="connsiteX3" fmla="*/ 0 w 1270896"/>
                <a:gd name="connsiteY3" fmla="*/ 576263 h 576263"/>
                <a:gd name="connsiteX4" fmla="*/ 0 w 1270896"/>
                <a:gd name="connsiteY4" fmla="*/ 0 h 576263"/>
                <a:gd name="connsiteX0" fmla="*/ 0 w 1270896"/>
                <a:gd name="connsiteY0" fmla="*/ 0 h 576263"/>
                <a:gd name="connsiteX1" fmla="*/ 1270896 w 1270896"/>
                <a:gd name="connsiteY1" fmla="*/ 0 h 576263"/>
                <a:gd name="connsiteX2" fmla="*/ 1270896 w 1270896"/>
                <a:gd name="connsiteY2" fmla="*/ 576263 h 576263"/>
                <a:gd name="connsiteX3" fmla="*/ 130175 w 1270896"/>
                <a:gd name="connsiteY3" fmla="*/ 576263 h 576263"/>
                <a:gd name="connsiteX4" fmla="*/ 0 w 1270896"/>
                <a:gd name="connsiteY4" fmla="*/ 0 h 57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0896" h="576263">
                  <a:moveTo>
                    <a:pt x="0" y="0"/>
                  </a:moveTo>
                  <a:lnTo>
                    <a:pt x="1270896" y="0"/>
                  </a:lnTo>
                  <a:lnTo>
                    <a:pt x="1270896" y="576263"/>
                  </a:lnTo>
                  <a:lnTo>
                    <a:pt x="130175" y="576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b="1">
                <a:latin typeface="Aptos" panose="020B0004020202020204" pitchFamily="34" charset="0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8A974C21-68F1-B3DA-0257-7BD725810E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1202319" y="266920"/>
              <a:ext cx="534793" cy="37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838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7" r:id="rId5"/>
    <p:sldLayoutId id="2147483656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Aptos Display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62800" indent="-263525" algn="l" defTabSz="914400" rtl="0" eaLnBrk="1" latinLnBrk="0" hangingPunct="1">
        <a:lnSpc>
          <a:spcPct val="105000"/>
        </a:lnSpc>
        <a:spcBef>
          <a:spcPts val="10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2600" b="0" i="0" kern="1200">
          <a:solidFill>
            <a:schemeClr val="tx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04800" indent="-233363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2200" b="0" i="0" kern="1200">
          <a:solidFill>
            <a:schemeClr val="tx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820800" indent="-234950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018800" indent="-214313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1202400" indent="-254000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5" pos="6970" userDrawn="1">
          <p15:clr>
            <a:srgbClr val="F26B43"/>
          </p15:clr>
        </p15:guide>
        <p15:guide id="6" orient="horz" pos="2260" userDrawn="1">
          <p15:clr>
            <a:srgbClr val="F26B43"/>
          </p15:clr>
        </p15:guide>
        <p15:guide id="7" pos="6879" userDrawn="1">
          <p15:clr>
            <a:srgbClr val="F26B43"/>
          </p15:clr>
        </p15:guide>
        <p15:guide id="8" orient="horz" pos="459" userDrawn="1">
          <p15:clr>
            <a:srgbClr val="F26B43"/>
          </p15:clr>
        </p15:guide>
        <p15:guide id="9" orient="horz" pos="96" userDrawn="1">
          <p15:clr>
            <a:srgbClr val="F26B43"/>
          </p15:clr>
        </p15:guide>
        <p15:guide id="10" pos="6902" userDrawn="1">
          <p15:clr>
            <a:srgbClr val="F26B43"/>
          </p15:clr>
        </p15:guide>
        <p15:guide id="11" pos="706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2FAA94BF-A1D1-B10E-3E66-340E85CB784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 t="13168" b="13168"/>
          <a:stretch/>
        </p:blipFill>
        <p:spPr>
          <a:xfrm>
            <a:off x="11117451" y="6369259"/>
            <a:ext cx="930195" cy="42209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7EAA2-2E65-456D-42DF-8E2512DD8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753" y="1560443"/>
            <a:ext cx="11360494" cy="4616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DBF22-9FC4-C3DB-5861-26D155996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5753" y="6400739"/>
            <a:ext cx="868794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983CB486-2CCD-6245-BE26-B1139E6C9BEA}" type="datetime1">
              <a:rPr lang="en-US" smtClean="0"/>
              <a:pPr/>
              <a:t>1/29/24</a:t>
            </a:fld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66E27-08BD-9A61-A638-94ACBF81C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85796" y="6400739"/>
            <a:ext cx="602403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Aptos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07410BD9-B136-9348-8A0E-4736B9919661}" type="slidenum">
              <a:rPr lang="en-NL" smtClean="0"/>
              <a:pPr/>
              <a:t>‹#›</a:t>
            </a:fld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416190-7408-203E-775E-5ECBBB5A60F2}"/>
              </a:ext>
            </a:extLst>
          </p:cNvPr>
          <p:cNvCxnSpPr>
            <a:cxnSpLocks/>
          </p:cNvCxnSpPr>
          <p:nvPr userDrawn="1"/>
        </p:nvCxnSpPr>
        <p:spPr>
          <a:xfrm>
            <a:off x="11045074" y="6386413"/>
            <a:ext cx="0" cy="342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AD28B9BB-79AE-52CF-FC6C-DE71E78C6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3" y="441434"/>
            <a:ext cx="10533976" cy="10252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98A7B74-1A11-CB72-D0B4-27966EA6C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1422" y="6400739"/>
            <a:ext cx="8687500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endParaRPr lang="en-NL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61D3579-26CC-AEBC-9758-FB855BF8862D}"/>
              </a:ext>
            </a:extLst>
          </p:cNvPr>
          <p:cNvGrpSpPr/>
          <p:nvPr userDrawn="1"/>
        </p:nvGrpSpPr>
        <p:grpSpPr>
          <a:xfrm>
            <a:off x="10920413" y="152400"/>
            <a:ext cx="1306982" cy="576263"/>
            <a:chOff x="10921104" y="152400"/>
            <a:chExt cx="1306982" cy="576263"/>
          </a:xfrm>
        </p:grpSpPr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15C130DF-3F84-8F64-1E8D-A769C9ABCDE4}"/>
                </a:ext>
              </a:extLst>
            </p:cNvPr>
            <p:cNvSpPr/>
            <p:nvPr userDrawn="1"/>
          </p:nvSpPr>
          <p:spPr>
            <a:xfrm>
              <a:off x="10921104" y="152400"/>
              <a:ext cx="1270896" cy="576263"/>
            </a:xfrm>
            <a:custGeom>
              <a:avLst/>
              <a:gdLst>
                <a:gd name="connsiteX0" fmla="*/ 0 w 1270896"/>
                <a:gd name="connsiteY0" fmla="*/ 0 h 576263"/>
                <a:gd name="connsiteX1" fmla="*/ 1270896 w 1270896"/>
                <a:gd name="connsiteY1" fmla="*/ 0 h 576263"/>
                <a:gd name="connsiteX2" fmla="*/ 1270896 w 1270896"/>
                <a:gd name="connsiteY2" fmla="*/ 576263 h 576263"/>
                <a:gd name="connsiteX3" fmla="*/ 0 w 1270896"/>
                <a:gd name="connsiteY3" fmla="*/ 576263 h 576263"/>
                <a:gd name="connsiteX4" fmla="*/ 0 w 1270896"/>
                <a:gd name="connsiteY4" fmla="*/ 0 h 576263"/>
                <a:gd name="connsiteX0" fmla="*/ 0 w 1270896"/>
                <a:gd name="connsiteY0" fmla="*/ 0 h 576263"/>
                <a:gd name="connsiteX1" fmla="*/ 1270896 w 1270896"/>
                <a:gd name="connsiteY1" fmla="*/ 0 h 576263"/>
                <a:gd name="connsiteX2" fmla="*/ 1270896 w 1270896"/>
                <a:gd name="connsiteY2" fmla="*/ 576263 h 576263"/>
                <a:gd name="connsiteX3" fmla="*/ 130175 w 1270896"/>
                <a:gd name="connsiteY3" fmla="*/ 576263 h 576263"/>
                <a:gd name="connsiteX4" fmla="*/ 0 w 1270896"/>
                <a:gd name="connsiteY4" fmla="*/ 0 h 57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0896" h="576263">
                  <a:moveTo>
                    <a:pt x="0" y="0"/>
                  </a:moveTo>
                  <a:lnTo>
                    <a:pt x="1270896" y="0"/>
                  </a:lnTo>
                  <a:lnTo>
                    <a:pt x="1270896" y="576263"/>
                  </a:lnTo>
                  <a:lnTo>
                    <a:pt x="130175" y="576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b="1">
                <a:latin typeface="Aptos" panose="020B0004020202020204" pitchFamily="34" charset="0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4EE69D49-5402-ED72-8D72-40F3FE0708EF}"/>
                </a:ext>
              </a:extLst>
            </p:cNvPr>
            <p:cNvSpPr/>
            <p:nvPr userDrawn="1"/>
          </p:nvSpPr>
          <p:spPr>
            <a:xfrm>
              <a:off x="10957190" y="152400"/>
              <a:ext cx="1270896" cy="576263"/>
            </a:xfrm>
            <a:custGeom>
              <a:avLst/>
              <a:gdLst>
                <a:gd name="connsiteX0" fmla="*/ 0 w 1270896"/>
                <a:gd name="connsiteY0" fmla="*/ 0 h 576263"/>
                <a:gd name="connsiteX1" fmla="*/ 1270896 w 1270896"/>
                <a:gd name="connsiteY1" fmla="*/ 0 h 576263"/>
                <a:gd name="connsiteX2" fmla="*/ 1270896 w 1270896"/>
                <a:gd name="connsiteY2" fmla="*/ 576263 h 576263"/>
                <a:gd name="connsiteX3" fmla="*/ 0 w 1270896"/>
                <a:gd name="connsiteY3" fmla="*/ 576263 h 576263"/>
                <a:gd name="connsiteX4" fmla="*/ 0 w 1270896"/>
                <a:gd name="connsiteY4" fmla="*/ 0 h 576263"/>
                <a:gd name="connsiteX0" fmla="*/ 0 w 1270896"/>
                <a:gd name="connsiteY0" fmla="*/ 0 h 576263"/>
                <a:gd name="connsiteX1" fmla="*/ 1270896 w 1270896"/>
                <a:gd name="connsiteY1" fmla="*/ 0 h 576263"/>
                <a:gd name="connsiteX2" fmla="*/ 1270896 w 1270896"/>
                <a:gd name="connsiteY2" fmla="*/ 576263 h 576263"/>
                <a:gd name="connsiteX3" fmla="*/ 130175 w 1270896"/>
                <a:gd name="connsiteY3" fmla="*/ 576263 h 576263"/>
                <a:gd name="connsiteX4" fmla="*/ 0 w 1270896"/>
                <a:gd name="connsiteY4" fmla="*/ 0 h 57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0896" h="576263">
                  <a:moveTo>
                    <a:pt x="0" y="0"/>
                  </a:moveTo>
                  <a:lnTo>
                    <a:pt x="1270896" y="0"/>
                  </a:lnTo>
                  <a:lnTo>
                    <a:pt x="1270896" y="576263"/>
                  </a:lnTo>
                  <a:lnTo>
                    <a:pt x="130175" y="576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b="1">
                <a:latin typeface="Aptos" panose="020B0004020202020204" pitchFamily="34" charset="0"/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DACFBEF6-40D0-06C7-7C3B-4D04FD900D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1202319" y="266920"/>
              <a:ext cx="534793" cy="37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039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1" r:id="rId2"/>
    <p:sldLayoutId id="2147483695" r:id="rId3"/>
    <p:sldLayoutId id="2147483696" r:id="rId4"/>
    <p:sldLayoutId id="2147483699" r:id="rId5"/>
    <p:sldLayoutId id="2147483700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bg1"/>
          </a:solidFill>
          <a:latin typeface="Aptos Display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62800" indent="-263525" algn="l" defTabSz="914400" rtl="0" eaLnBrk="1" latinLnBrk="0" hangingPunct="1">
        <a:lnSpc>
          <a:spcPct val="105000"/>
        </a:lnSpc>
        <a:spcBef>
          <a:spcPts val="10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2600" b="0" i="0" kern="1200">
          <a:solidFill>
            <a:schemeClr val="bg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04800" indent="-233363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2200" b="0" i="0" kern="1200">
          <a:solidFill>
            <a:schemeClr val="bg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820800" indent="-234950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1800" b="0" i="0" kern="1200">
          <a:solidFill>
            <a:schemeClr val="bg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018800" indent="-214313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1600" b="0" i="0" kern="1200">
          <a:solidFill>
            <a:schemeClr val="bg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1202400" indent="-254000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1600" b="0" i="0" kern="1200">
          <a:solidFill>
            <a:schemeClr val="bg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7EAA2-2E65-456D-42DF-8E2512DD8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753" y="1560443"/>
            <a:ext cx="11360494" cy="4616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7E1B786-43B2-5A31-92A5-65085E9A8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3" y="441434"/>
            <a:ext cx="10533976" cy="10252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2846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0" r:id="rId2"/>
    <p:sldLayoutId id="214748369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Aptos Display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0" indent="-263525" algn="l" defTabSz="914400" rtl="0" eaLnBrk="1" latinLnBrk="0" hangingPunct="1">
        <a:lnSpc>
          <a:spcPct val="105000"/>
        </a:lnSpc>
        <a:spcBef>
          <a:spcPts val="10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2600" b="0" i="0" kern="1200">
          <a:solidFill>
            <a:schemeClr val="tx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04800" indent="-233363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2200" b="0" i="0" kern="1200">
          <a:solidFill>
            <a:schemeClr val="tx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820800" indent="-234950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018800" indent="-214313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1202400" indent="-254000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Clr>
          <a:srgbClr val="00A3DB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ptos" panose="020B0004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7B0A80-C31A-9DD4-2170-2F7C6ACD3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0646"/>
            <a:ext cx="10515600" cy="2852737"/>
          </a:xfrm>
        </p:spPr>
        <p:txBody>
          <a:bodyPr/>
          <a:lstStyle/>
          <a:p>
            <a:r>
              <a:rPr lang="en-NL"/>
              <a:t>Intro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F02001-B4CC-AC88-1D68-3870CEB9B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342187"/>
            <a:ext cx="10515600" cy="630110"/>
          </a:xfrm>
        </p:spPr>
        <p:txBody>
          <a:bodyPr/>
          <a:lstStyle/>
          <a:p>
            <a:r>
              <a:rPr lang="en-US"/>
              <a:t>Author </a:t>
            </a:r>
            <a:r>
              <a:rPr lang="en-US" err="1"/>
              <a:t>Firstname</a:t>
            </a:r>
            <a:r>
              <a:rPr lang="en-US"/>
              <a:t>, First Lastname, Third Contributor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2B3922-0CFB-72EF-8312-C29D3398948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0" y="5000904"/>
            <a:ext cx="10515600" cy="630110"/>
          </a:xfrm>
        </p:spPr>
        <p:txBody>
          <a:bodyPr/>
          <a:lstStyle/>
          <a:p>
            <a:r>
              <a:rPr lang="en-NL"/>
              <a:t>Delft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129482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8AC990-7C10-7180-3592-D19F4D0AB2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07707" y="6400739"/>
            <a:ext cx="612706" cy="367200"/>
          </a:xfrm>
        </p:spPr>
        <p:txBody>
          <a:bodyPr/>
          <a:lstStyle/>
          <a:p>
            <a:fld id="{07410BD9-B136-9348-8A0E-4736B9919661}" type="slidenum">
              <a:rPr lang="en-NL" smtClean="0"/>
              <a:pPr/>
              <a:t>2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67EA6-9C51-055D-F937-2AFCC1A9A8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41421" y="6400739"/>
            <a:ext cx="8719713" cy="367200"/>
          </a:xfrm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15EDB2-05DF-8A45-A563-F104389C4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00" y="1989000"/>
            <a:ext cx="11361600" cy="2880000"/>
          </a:xfrm>
        </p:spPr>
        <p:txBody>
          <a:bodyPr/>
          <a:lstStyle/>
          <a:p>
            <a:r>
              <a:rPr lang="en-NL"/>
              <a:t>Keep it simple</a:t>
            </a:r>
          </a:p>
        </p:txBody>
      </p:sp>
    </p:spTree>
    <p:extLst>
      <p:ext uri="{BB962C8B-B14F-4D97-AF65-F5344CB8AC3E}">
        <p14:creationId xmlns:p14="http://schemas.microsoft.com/office/powerpoint/2010/main" val="92552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1525-91CC-0556-95C2-10A26D80A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2" y="1989000"/>
            <a:ext cx="11361600" cy="2880000"/>
          </a:xfrm>
        </p:spPr>
        <p:txBody>
          <a:bodyPr/>
          <a:lstStyle/>
          <a:p>
            <a:r>
              <a:rPr lang="en-NL" b="0"/>
              <a:t>Focus on </a:t>
            </a:r>
            <a:r>
              <a:rPr lang="en-NL"/>
              <a:t>one thing </a:t>
            </a:r>
            <a:r>
              <a:rPr lang="en-NL" b="0"/>
              <a:t>at a time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C1B469-F0B1-AE54-9D4C-CF799BFDA7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85796" y="6400739"/>
            <a:ext cx="602403" cy="367200"/>
          </a:xfrm>
        </p:spPr>
        <p:txBody>
          <a:bodyPr/>
          <a:lstStyle/>
          <a:p>
            <a:fld id="{07410BD9-B136-9348-8A0E-4736B9919661}" type="slidenum">
              <a:rPr lang="en-NL" smtClean="0"/>
              <a:pPr/>
              <a:t>3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07827-9E18-CE3C-176A-4A6E389266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41422" y="6400739"/>
            <a:ext cx="8687500" cy="367200"/>
          </a:xfrm>
        </p:spPr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1313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67AA53-0A0C-9C92-615B-4E8B60B2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2" y="1989000"/>
            <a:ext cx="11361600" cy="2880000"/>
          </a:xfrm>
        </p:spPr>
        <p:txBody>
          <a:bodyPr/>
          <a:lstStyle/>
          <a:p>
            <a:r>
              <a:rPr lang="en-NL"/>
              <a:t>Use images to illustrate your point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E6101-7237-D5D0-CFD0-D0B9FB97ED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85796" y="6400739"/>
            <a:ext cx="602403" cy="367200"/>
          </a:xfrm>
        </p:spPr>
        <p:txBody>
          <a:bodyPr/>
          <a:lstStyle/>
          <a:p>
            <a:fld id="{07410BD9-B136-9348-8A0E-4736B9919661}" type="slidenum">
              <a:rPr lang="en-NL" smtClean="0"/>
              <a:pPr/>
              <a:t>4</a:t>
            </a:fld>
            <a:endParaRPr lang="en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F5CD0-5B84-F3E7-D651-1D7C463A1E4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41422" y="6400739"/>
            <a:ext cx="8687500" cy="367200"/>
          </a:xfrm>
        </p:spPr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869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79B11-2964-D5BD-8D35-A976703E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707" y="6400739"/>
            <a:ext cx="612706" cy="367200"/>
          </a:xfrm>
        </p:spPr>
        <p:txBody>
          <a:bodyPr/>
          <a:lstStyle/>
          <a:p>
            <a:fld id="{07410BD9-B136-9348-8A0E-4736B9919661}" type="slidenum">
              <a:rPr lang="en-NL" smtClean="0"/>
              <a:pPr/>
              <a:t>5</a:t>
            </a:fld>
            <a:endParaRPr lang="en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EE5B72-8ED2-2BB4-01CB-FBF234D2A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7333"/>
            <a:ext cx="10515600" cy="2852737"/>
          </a:xfrm>
        </p:spPr>
        <p:txBody>
          <a:bodyPr/>
          <a:lstStyle/>
          <a:p>
            <a:r>
              <a:rPr lang="en-NL"/>
              <a:t>Secti</a:t>
            </a:r>
            <a:r>
              <a:rPr lang="en-GB"/>
              <a:t>on</a:t>
            </a:r>
            <a:r>
              <a:rPr lang="en-NL"/>
              <a:t> headers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D1F86E-B8E6-3E59-0697-B34E3781B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25110"/>
            <a:ext cx="10515600" cy="630110"/>
          </a:xfrm>
        </p:spPr>
        <p:txBody>
          <a:bodyPr/>
          <a:lstStyle/>
          <a:p>
            <a:r>
              <a:rPr lang="en-NL"/>
              <a:t>Subtitles with section headers</a:t>
            </a:r>
          </a:p>
        </p:txBody>
      </p:sp>
    </p:spTree>
    <p:extLst>
      <p:ext uri="{BB962C8B-B14F-4D97-AF65-F5344CB8AC3E}">
        <p14:creationId xmlns:p14="http://schemas.microsoft.com/office/powerpoint/2010/main" val="43810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79B11-2964-D5BD-8D35-A976703E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5796" y="6400739"/>
            <a:ext cx="602403" cy="367200"/>
          </a:xfrm>
        </p:spPr>
        <p:txBody>
          <a:bodyPr/>
          <a:lstStyle/>
          <a:p>
            <a:fld id="{07410BD9-B136-9348-8A0E-4736B9919661}" type="slidenum">
              <a:rPr lang="en-NL" smtClean="0"/>
              <a:pPr/>
              <a:t>6</a:t>
            </a:fld>
            <a:endParaRPr lang="en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EE5B72-8ED2-2BB4-01CB-FBF234D2A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7333"/>
            <a:ext cx="10515600" cy="2852737"/>
          </a:xfrm>
        </p:spPr>
        <p:txBody>
          <a:bodyPr/>
          <a:lstStyle/>
          <a:p>
            <a:r>
              <a:rPr lang="en-NL"/>
              <a:t>Secti</a:t>
            </a:r>
            <a:r>
              <a:rPr lang="en-GB"/>
              <a:t>on</a:t>
            </a:r>
            <a:r>
              <a:rPr lang="en-NL"/>
              <a:t> headers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D1F86E-B8E6-3E59-0697-B34E3781B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25110"/>
            <a:ext cx="10515600" cy="630110"/>
          </a:xfrm>
        </p:spPr>
        <p:txBody>
          <a:bodyPr/>
          <a:lstStyle/>
          <a:p>
            <a:r>
              <a:rPr lang="en-NL"/>
              <a:t>Subtitles with section headers</a:t>
            </a:r>
          </a:p>
        </p:txBody>
      </p:sp>
    </p:spTree>
    <p:extLst>
      <p:ext uri="{BB962C8B-B14F-4D97-AF65-F5344CB8AC3E}">
        <p14:creationId xmlns:p14="http://schemas.microsoft.com/office/powerpoint/2010/main" val="257226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D78434-94FE-0A57-5486-8774A486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1421" y="6400739"/>
            <a:ext cx="8719713" cy="367200"/>
          </a:xfrm>
        </p:spPr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15AA4-AC6A-C5F7-69FB-8943A1F1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707" y="6400739"/>
            <a:ext cx="612706" cy="367200"/>
          </a:xfrm>
        </p:spPr>
        <p:txBody>
          <a:bodyPr/>
          <a:lstStyle/>
          <a:p>
            <a:fld id="{07410BD9-B136-9348-8A0E-4736B9919661}" type="slidenum">
              <a:rPr lang="en-NL" smtClean="0"/>
              <a:pPr/>
              <a:t>7</a:t>
            </a:fld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6A3F3-BBD4-912B-2C14-9588005F6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3" y="441434"/>
            <a:ext cx="10541172" cy="1025295"/>
          </a:xfrm>
        </p:spPr>
        <p:txBody>
          <a:bodyPr/>
          <a:lstStyle/>
          <a:p>
            <a:r>
              <a:rPr lang="en-NL"/>
              <a:t>Use colors from the TU Delft template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7D5B33-89A5-208E-AAAD-74B4C894535C}"/>
              </a:ext>
            </a:extLst>
          </p:cNvPr>
          <p:cNvSpPr/>
          <p:nvPr/>
        </p:nvSpPr>
        <p:spPr>
          <a:xfrm>
            <a:off x="601283" y="2707200"/>
            <a:ext cx="1440000" cy="1443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3ADDE0-1468-6482-2151-84D472D3F950}"/>
              </a:ext>
            </a:extLst>
          </p:cNvPr>
          <p:cNvSpPr/>
          <p:nvPr/>
        </p:nvSpPr>
        <p:spPr>
          <a:xfrm>
            <a:off x="2519830" y="2707200"/>
            <a:ext cx="1440000" cy="144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517E07-872B-1475-47F4-0CC6743E7467}"/>
              </a:ext>
            </a:extLst>
          </p:cNvPr>
          <p:cNvSpPr/>
          <p:nvPr/>
        </p:nvSpPr>
        <p:spPr>
          <a:xfrm>
            <a:off x="4438377" y="2707200"/>
            <a:ext cx="1440000" cy="1443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5147A0F-32C9-76E9-C579-0C5080CB0A90}"/>
              </a:ext>
            </a:extLst>
          </p:cNvPr>
          <p:cNvSpPr/>
          <p:nvPr/>
        </p:nvSpPr>
        <p:spPr>
          <a:xfrm>
            <a:off x="6356924" y="2707200"/>
            <a:ext cx="1440000" cy="1443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A3201A-2C40-95A2-2850-9C7E3E825249}"/>
              </a:ext>
            </a:extLst>
          </p:cNvPr>
          <p:cNvSpPr/>
          <p:nvPr/>
        </p:nvSpPr>
        <p:spPr>
          <a:xfrm>
            <a:off x="8275471" y="2707200"/>
            <a:ext cx="1440000" cy="1443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42979A-EF1C-5675-6BD7-10E51494DA32}"/>
              </a:ext>
            </a:extLst>
          </p:cNvPr>
          <p:cNvSpPr/>
          <p:nvPr/>
        </p:nvSpPr>
        <p:spPr>
          <a:xfrm>
            <a:off x="10194019" y="2707200"/>
            <a:ext cx="1440000" cy="1443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1754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97265-E5C9-1235-8C80-1E9B9B405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1421" y="6400739"/>
            <a:ext cx="8719713" cy="367200"/>
          </a:xfrm>
        </p:spPr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52D46-9882-E589-F867-9BB95C9F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707" y="6400739"/>
            <a:ext cx="612706" cy="367200"/>
          </a:xfrm>
        </p:spPr>
        <p:txBody>
          <a:bodyPr/>
          <a:lstStyle/>
          <a:p>
            <a:r>
              <a:rPr lang="en-NL"/>
              <a:t>14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BB41E8-F905-D5FD-174A-A2BD8EFE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3" y="441434"/>
            <a:ext cx="10541172" cy="1025295"/>
          </a:xfrm>
        </p:spPr>
        <p:txBody>
          <a:bodyPr/>
          <a:lstStyle/>
          <a:p>
            <a:r>
              <a:rPr lang="en-NL"/>
              <a:t>Animations can guide focus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18600BB8-5C13-ECC7-8679-F2EF5A014D40}"/>
              </a:ext>
            </a:extLst>
          </p:cNvPr>
          <p:cNvSpPr/>
          <p:nvPr/>
        </p:nvSpPr>
        <p:spPr>
          <a:xfrm>
            <a:off x="5072917" y="3015475"/>
            <a:ext cx="2046168" cy="10083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Bierstadt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051C61-0431-8C5A-62F6-31AD973B3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2" y="1748938"/>
            <a:ext cx="4000500" cy="3860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95484E-4718-299A-ADB5-0F159FFE7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48938"/>
            <a:ext cx="4000500" cy="3886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2DDD393-7EE8-E1F0-1337-E1D6B2624743}"/>
              </a:ext>
            </a:extLst>
          </p:cNvPr>
          <p:cNvSpPr/>
          <p:nvPr/>
        </p:nvSpPr>
        <p:spPr>
          <a:xfrm>
            <a:off x="4270085" y="1637692"/>
            <a:ext cx="3442279" cy="1008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>
                <a:latin typeface="Bierstadt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Optimize kernel weights</a:t>
            </a:r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A9381E7B-0135-7473-0D0E-DBE3B6A4B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328130"/>
              </p:ext>
            </p:extLst>
          </p:nvPr>
        </p:nvGraphicFramePr>
        <p:xfrm>
          <a:off x="1071672" y="1947749"/>
          <a:ext cx="1196685" cy="1174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895">
                  <a:extLst>
                    <a:ext uri="{9D8B030D-6E8A-4147-A177-3AD203B41FA5}">
                      <a16:colId xmlns:a16="http://schemas.microsoft.com/office/drawing/2014/main" val="2496237563"/>
                    </a:ext>
                  </a:extLst>
                </a:gridCol>
                <a:gridCol w="398895">
                  <a:extLst>
                    <a:ext uri="{9D8B030D-6E8A-4147-A177-3AD203B41FA5}">
                      <a16:colId xmlns:a16="http://schemas.microsoft.com/office/drawing/2014/main" val="1031544928"/>
                    </a:ext>
                  </a:extLst>
                </a:gridCol>
                <a:gridCol w="398895">
                  <a:extLst>
                    <a:ext uri="{9D8B030D-6E8A-4147-A177-3AD203B41FA5}">
                      <a16:colId xmlns:a16="http://schemas.microsoft.com/office/drawing/2014/main" val="2888307231"/>
                    </a:ext>
                  </a:extLst>
                </a:gridCol>
              </a:tblGrid>
              <a:tr h="391391">
                <a:tc>
                  <a:txBody>
                    <a:bodyPr/>
                    <a:lstStyle/>
                    <a:p>
                      <a:endParaRPr lang="en-NL" sz="1000" b="0" i="0">
                        <a:latin typeface="Bierstadt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NL" sz="1000" b="0" i="0">
                        <a:latin typeface="Bierstadt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NL" sz="1000" b="0" i="0">
                        <a:latin typeface="Bierstadt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430256"/>
                  </a:ext>
                </a:extLst>
              </a:tr>
              <a:tr h="391391">
                <a:tc>
                  <a:txBody>
                    <a:bodyPr/>
                    <a:lstStyle/>
                    <a:p>
                      <a:endParaRPr lang="en-NL" sz="1000" b="0" i="0">
                        <a:latin typeface="Bierstadt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NL" sz="1000" b="0" i="0">
                        <a:latin typeface="Bierstadt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NL" sz="1000" b="0" i="0">
                        <a:latin typeface="Bierstadt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580766"/>
                  </a:ext>
                </a:extLst>
              </a:tr>
              <a:tr h="391391">
                <a:tc>
                  <a:txBody>
                    <a:bodyPr/>
                    <a:lstStyle/>
                    <a:p>
                      <a:endParaRPr lang="en-NL" sz="1000" b="0" i="0">
                        <a:latin typeface="Bierstadt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NL" sz="1000" b="0" i="0">
                        <a:latin typeface="Bierstadt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NL" sz="1000" b="0" i="0">
                        <a:latin typeface="Bierstadt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84873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BB5785-F042-D062-818F-932D586BE83F}"/>
              </a:ext>
            </a:extLst>
          </p:cNvPr>
          <p:cNvCxnSpPr>
            <a:cxnSpLocks/>
          </p:cNvCxnSpPr>
          <p:nvPr/>
        </p:nvCxnSpPr>
        <p:spPr>
          <a:xfrm flipH="1">
            <a:off x="3514381" y="2415111"/>
            <a:ext cx="965257" cy="1071453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04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98733E-18 L 0.18593 -4.98733E-18 L 0.0013 0.19468 L 0.18593 0.19468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97" y="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81D283-42C0-7BFD-C452-662466613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753" y="1560443"/>
            <a:ext cx="11360494" cy="4616520"/>
          </a:xfrm>
        </p:spPr>
        <p:txBody>
          <a:bodyPr/>
          <a:lstStyle/>
          <a:p>
            <a:r>
              <a:rPr lang="en-NL"/>
              <a:t>Don’t default to bulletpoints</a:t>
            </a:r>
          </a:p>
          <a:p>
            <a:r>
              <a:rPr lang="en-NL"/>
              <a:t>People read them while you talk [1]</a:t>
            </a:r>
          </a:p>
          <a:p>
            <a:r>
              <a:rPr lang="en-NL"/>
              <a:t>Slides should support, not replace</a:t>
            </a:r>
          </a:p>
          <a:p>
            <a:pPr lvl="1"/>
            <a:r>
              <a:rPr lang="en-NL"/>
              <a:t>Keep the bulletpoints in your notes</a:t>
            </a:r>
          </a:p>
          <a:p>
            <a:r>
              <a:rPr lang="en-NL"/>
              <a:t>If you need bulletpoints</a:t>
            </a:r>
          </a:p>
          <a:p>
            <a:pPr lvl="1"/>
            <a:r>
              <a:rPr lang="en-NL"/>
              <a:t>Stick to the 7x7 rule: 7 points with 7 words max</a:t>
            </a:r>
          </a:p>
          <a:p>
            <a:pPr lvl="1"/>
            <a:r>
              <a:rPr lang="en-NL"/>
              <a:t>Animate, so people don’t read ahead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036B0-A787-61AA-ACCA-0354A3995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1421" y="6400739"/>
            <a:ext cx="8719713" cy="367200"/>
          </a:xfrm>
        </p:spPr>
        <p:txBody>
          <a:bodyPr/>
          <a:lstStyle/>
          <a:p>
            <a:r>
              <a:rPr lang="en-NL"/>
              <a:t>[1] This needs a citation, which you could leave in the footer if you like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EB8E2-55D0-EA1A-3800-FCC7AC3E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707" y="6400739"/>
            <a:ext cx="612706" cy="367200"/>
          </a:xfrm>
        </p:spPr>
        <p:txBody>
          <a:bodyPr/>
          <a:lstStyle/>
          <a:p>
            <a:fld id="{07410BD9-B136-9348-8A0E-4736B9919661}" type="slidenum">
              <a:rPr lang="en-NL" smtClean="0"/>
              <a:pPr/>
              <a:t>9</a:t>
            </a:fld>
            <a:endParaRPr lang="en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115476-CC2F-1130-1710-EF6716884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3" y="441434"/>
            <a:ext cx="10541172" cy="1025295"/>
          </a:xfrm>
        </p:spPr>
        <p:txBody>
          <a:bodyPr/>
          <a:lstStyle/>
          <a:p>
            <a:r>
              <a:rPr lang="en-NL"/>
              <a:t>Bulletpoints</a:t>
            </a:r>
          </a:p>
        </p:txBody>
      </p:sp>
    </p:spTree>
    <p:extLst>
      <p:ext uri="{BB962C8B-B14F-4D97-AF65-F5344CB8AC3E}">
        <p14:creationId xmlns:p14="http://schemas.microsoft.com/office/powerpoint/2010/main" val="347833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7B0A80-C31A-9DD4-2170-2F7C6ACD3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0646"/>
            <a:ext cx="10515600" cy="2852737"/>
          </a:xfrm>
        </p:spPr>
        <p:txBody>
          <a:bodyPr/>
          <a:lstStyle/>
          <a:p>
            <a:r>
              <a:rPr lang="en-NL"/>
              <a:t>This was the CGV Template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F02001-B4CC-AC88-1D68-3870CEB9B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342187"/>
            <a:ext cx="10515600" cy="630110"/>
          </a:xfrm>
        </p:spPr>
        <p:txBody>
          <a:bodyPr/>
          <a:lstStyle/>
          <a:p>
            <a:r>
              <a:rPr lang="en-NL"/>
              <a:t>Author Firstname, First Lastname, Third Contributor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2B3922-0CFB-72EF-8312-C29D3398948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0" y="5000904"/>
            <a:ext cx="10515600" cy="630110"/>
          </a:xfrm>
        </p:spPr>
        <p:txBody>
          <a:bodyPr/>
          <a:lstStyle/>
          <a:p>
            <a:r>
              <a:rPr lang="en-NL"/>
              <a:t>Delft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62739994"/>
      </p:ext>
    </p:extLst>
  </p:cSld>
  <p:clrMapOvr>
    <a:masterClrMapping/>
  </p:clrMapOvr>
</p:sld>
</file>

<file path=ppt/theme/theme1.xml><?xml version="1.0" encoding="utf-8"?>
<a:theme xmlns:a="http://schemas.openxmlformats.org/drawingml/2006/main" name="CGV">
  <a:themeElements>
    <a:clrScheme name="TU Delft">
      <a:dk1>
        <a:srgbClr val="000000"/>
      </a:dk1>
      <a:lt1>
        <a:srgbClr val="FFFFFF"/>
      </a:lt1>
      <a:dk2>
        <a:srgbClr val="002A51"/>
      </a:dk2>
      <a:lt2>
        <a:srgbClr val="E7E6E6"/>
      </a:lt2>
      <a:accent1>
        <a:srgbClr val="00A6D6"/>
      </a:accent1>
      <a:accent2>
        <a:srgbClr val="0065A1"/>
      </a:accent2>
      <a:accent3>
        <a:srgbClr val="EB7246"/>
      </a:accent3>
      <a:accent4>
        <a:srgbClr val="00A390"/>
      </a:accent4>
      <a:accent5>
        <a:srgbClr val="F1BE3E"/>
      </a:accent5>
      <a:accent6>
        <a:srgbClr val="C3312F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GV Dark">
  <a:themeElements>
    <a:clrScheme name="TU Delft">
      <a:dk1>
        <a:srgbClr val="000000"/>
      </a:dk1>
      <a:lt1>
        <a:srgbClr val="FFFFFF"/>
      </a:lt1>
      <a:dk2>
        <a:srgbClr val="002A51"/>
      </a:dk2>
      <a:lt2>
        <a:srgbClr val="E7E6E6"/>
      </a:lt2>
      <a:accent1>
        <a:srgbClr val="00A6D6"/>
      </a:accent1>
      <a:accent2>
        <a:srgbClr val="0065A1"/>
      </a:accent2>
      <a:accent3>
        <a:srgbClr val="EB7246"/>
      </a:accent3>
      <a:accent4>
        <a:srgbClr val="00A390"/>
      </a:accent4>
      <a:accent5>
        <a:srgbClr val="F1BE3E"/>
      </a:accent5>
      <a:accent6>
        <a:srgbClr val="C3312F"/>
      </a:accent6>
      <a:hlink>
        <a:srgbClr val="0000FF"/>
      </a:hlink>
      <a:folHlink>
        <a:srgbClr val="FF00FF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GV No Corner">
  <a:themeElements>
    <a:clrScheme name="TU Delft">
      <a:dk1>
        <a:srgbClr val="000000"/>
      </a:dk1>
      <a:lt1>
        <a:srgbClr val="FFFFFF"/>
      </a:lt1>
      <a:dk2>
        <a:srgbClr val="002A51"/>
      </a:dk2>
      <a:lt2>
        <a:srgbClr val="E7E6E6"/>
      </a:lt2>
      <a:accent1>
        <a:srgbClr val="00A6D6"/>
      </a:accent1>
      <a:accent2>
        <a:srgbClr val="017188"/>
      </a:accent2>
      <a:accent3>
        <a:srgbClr val="EB7246"/>
      </a:accent3>
      <a:accent4>
        <a:srgbClr val="00A390"/>
      </a:accent4>
      <a:accent5>
        <a:srgbClr val="F1BE3E"/>
      </a:accent5>
      <a:accent6>
        <a:srgbClr val="C3312F"/>
      </a:accent6>
      <a:hlink>
        <a:srgbClr val="0000FF"/>
      </a:hlink>
      <a:folHlink>
        <a:srgbClr val="FF00FF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25fb9d5-736d-43a6-af3f-b0264674ca22">
      <Terms xmlns="http://schemas.microsoft.com/office/infopath/2007/PartnerControls"/>
    </lcf76f155ced4ddcb4097134ff3c332f>
    <TaxCatchAll xmlns="24148528-b7db-46fe-94e2-9a70d491f98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79C4D6D8AB434F927868C4CDC99D1B" ma:contentTypeVersion="14" ma:contentTypeDescription="Create a new document." ma:contentTypeScope="" ma:versionID="277bcda4ac77c6fb1d1e5bc66d23dd8e">
  <xsd:schema xmlns:xsd="http://www.w3.org/2001/XMLSchema" xmlns:xs="http://www.w3.org/2001/XMLSchema" xmlns:p="http://schemas.microsoft.com/office/2006/metadata/properties" xmlns:ns2="625fb9d5-736d-43a6-af3f-b0264674ca22" xmlns:ns3="24148528-b7db-46fe-94e2-9a70d491f98d" targetNamespace="http://schemas.microsoft.com/office/2006/metadata/properties" ma:root="true" ma:fieldsID="7f8bbc1e7bec73f5a51d4c1ec999e313" ns2:_="" ns3:_="">
    <xsd:import namespace="625fb9d5-736d-43a6-af3f-b0264674ca22"/>
    <xsd:import namespace="24148528-b7db-46fe-94e2-9a70d491f9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fb9d5-736d-43a6-af3f-b0264674ca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d2f2e1c-c095-4710-afda-8e7acdb033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148528-b7db-46fe-94e2-9a70d491f98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8e7e822-f7f8-43d8-b309-1362fd0590e6}" ma:internalName="TaxCatchAll" ma:showField="CatchAllData" ma:web="24148528-b7db-46fe-94e2-9a70d491f9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F683D0-75BE-4A57-B2F5-BA7AAC5CA3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0A376F-BE44-452E-B6B4-D2F9FA84896B}">
  <ds:schemaRefs>
    <ds:schemaRef ds:uri="24148528-b7db-46fe-94e2-9a70d491f98d"/>
    <ds:schemaRef ds:uri="625fb9d5-736d-43a6-af3f-b0264674ca2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28535F-52E4-4C49-B2DF-30AB4F9E3F21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</Words>
  <Application>Microsoft Macintosh PowerPoint</Application>
  <PresentationFormat>Widescreen</PresentationFormat>
  <Paragraphs>34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Bierstadt</vt:lpstr>
      <vt:lpstr>CGV</vt:lpstr>
      <vt:lpstr>CGV Dark</vt:lpstr>
      <vt:lpstr>CGV No Corner</vt:lpstr>
      <vt:lpstr>Intro</vt:lpstr>
      <vt:lpstr>Keep it simple</vt:lpstr>
      <vt:lpstr>Focus on one thing at a time</vt:lpstr>
      <vt:lpstr>Use images to illustrate your point</vt:lpstr>
      <vt:lpstr>Section headers</vt:lpstr>
      <vt:lpstr>Section headers</vt:lpstr>
      <vt:lpstr>Use colors from the TU Delft template</vt:lpstr>
      <vt:lpstr>Animations can guide focus</vt:lpstr>
      <vt:lpstr>Bulletpoints</vt:lpstr>
      <vt:lpstr>This was the CGV Template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Ruben Wiersma</dc:creator>
  <cp:keywords/>
  <dc:description/>
  <cp:lastModifiedBy>Ruben Wiersma</cp:lastModifiedBy>
  <cp:revision>4</cp:revision>
  <dcterms:created xsi:type="dcterms:W3CDTF">2022-12-14T09:02:58Z</dcterms:created>
  <dcterms:modified xsi:type="dcterms:W3CDTF">2024-01-29T10:40:54Z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0x010100DD79C4D6D8AB434F927868C4CDC99D1B</vt:lpwstr>
  </property>
  <property fmtid="{D5CDD505-2E9C-101B-9397-08002B2CF9AE}" pid="3" name="MediaServiceImageTags">
    <vt:lpwstr/>
  </property>
</Properties>
</file>